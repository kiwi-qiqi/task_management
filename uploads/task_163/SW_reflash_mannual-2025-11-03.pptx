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  <p:sldId id="257" r:id="rId7"/>
    <p:sldId id="260" r:id="rId8"/>
    <p:sldId id="259" r:id="rId9"/>
    <p:sldId id="261" r:id="rId10"/>
    <p:sldId id="262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rive" id="{E6812A20-3BF6-42B9-909C-7C219AB38A9A}">
          <p14:sldIdLst>
            <p14:sldId id="256"/>
            <p14:sldId id="258"/>
            <p14:sldId id="257"/>
          </p14:sldIdLst>
        </p14:section>
        <p14:section name="Refalsh guideline" id="{9315916B-7101-4BF9-9E6F-3B8C5BF7D4AA}">
          <p14:sldIdLst>
            <p14:sldId id="260"/>
            <p14:sldId id="259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8E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807248-92E2-4B33-93F8-ABFE2B9F790B}" v="11" dt="2025-12-01T08:11:04.4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on Zong" userId="e90bef95-34a8-4362-91af-bb8a48769bac" providerId="ADAL" clId="{4B597A14-0790-421C-81BB-002891B69DD0}"/>
    <pc:docChg chg="undo custSel addSld modSld">
      <pc:chgData name="Jason Zong" userId="e90bef95-34a8-4362-91af-bb8a48769bac" providerId="ADAL" clId="{4B597A14-0790-421C-81BB-002891B69DD0}" dt="2025-05-19T03:22:10.772" v="68" actId="20577"/>
      <pc:docMkLst>
        <pc:docMk/>
      </pc:docMkLst>
      <pc:sldChg chg="addSp modSp mod">
        <pc:chgData name="Jason Zong" userId="e90bef95-34a8-4362-91af-bb8a48769bac" providerId="ADAL" clId="{4B597A14-0790-421C-81BB-002891B69DD0}" dt="2025-05-19T03:08:13.449" v="5" actId="207"/>
        <pc:sldMkLst>
          <pc:docMk/>
          <pc:sldMk cId="1948827178" sldId="256"/>
        </pc:sldMkLst>
      </pc:sldChg>
      <pc:sldChg chg="modSp mod">
        <pc:chgData name="Jason Zong" userId="e90bef95-34a8-4362-91af-bb8a48769bac" providerId="ADAL" clId="{4B597A14-0790-421C-81BB-002891B69DD0}" dt="2025-05-19T02:49:18.670" v="2" actId="1076"/>
        <pc:sldMkLst>
          <pc:docMk/>
          <pc:sldMk cId="3178668358" sldId="257"/>
        </pc:sldMkLst>
      </pc:sldChg>
      <pc:sldChg chg="addSp delSp modSp new mod">
        <pc:chgData name="Jason Zong" userId="e90bef95-34a8-4362-91af-bb8a48769bac" providerId="ADAL" clId="{4B597A14-0790-421C-81BB-002891B69DD0}" dt="2025-05-19T03:22:10.772" v="68" actId="20577"/>
        <pc:sldMkLst>
          <pc:docMk/>
          <pc:sldMk cId="780920483" sldId="258"/>
        </pc:sldMkLst>
      </pc:sldChg>
    </pc:docChg>
  </pc:docChgLst>
  <pc:docChgLst>
    <pc:chgData name="Jason Zong" userId="e90bef95-34a8-4362-91af-bb8a48769bac" providerId="ADAL" clId="{1CDA6493-B0ED-46E3-A541-26505ED761BE}"/>
    <pc:docChg chg="undo custSel modSld">
      <pc:chgData name="Jason Zong" userId="e90bef95-34a8-4362-91af-bb8a48769bac" providerId="ADAL" clId="{1CDA6493-B0ED-46E3-A541-26505ED761BE}" dt="2025-07-30T08:28:00.225" v="80" actId="14100"/>
      <pc:docMkLst>
        <pc:docMk/>
      </pc:docMkLst>
      <pc:sldChg chg="addSp delSp modSp mod">
        <pc:chgData name="Jason Zong" userId="e90bef95-34a8-4362-91af-bb8a48769bac" providerId="ADAL" clId="{1CDA6493-B0ED-46E3-A541-26505ED761BE}" dt="2025-07-30T08:28:00.225" v="80" actId="14100"/>
        <pc:sldMkLst>
          <pc:docMk/>
          <pc:sldMk cId="1948827178" sldId="256"/>
        </pc:sldMkLst>
      </pc:sldChg>
    </pc:docChg>
  </pc:docChgLst>
  <pc:docChgLst>
    <pc:chgData name="Jason Zong" userId="e90bef95-34a8-4362-91af-bb8a48769bac" providerId="ADAL" clId="{91C7D78D-B518-4D94-BFF8-71F52D7FC60E}"/>
    <pc:docChg chg="undo custSel addSld modSld">
      <pc:chgData name="Jason Zong" userId="e90bef95-34a8-4362-91af-bb8a48769bac" providerId="ADAL" clId="{91C7D78D-B518-4D94-BFF8-71F52D7FC60E}" dt="2025-01-07T01:40:14.231" v="35" actId="14100"/>
      <pc:docMkLst>
        <pc:docMk/>
      </pc:docMkLst>
      <pc:sldChg chg="addSp delSp modSp new mod">
        <pc:chgData name="Jason Zong" userId="e90bef95-34a8-4362-91af-bb8a48769bac" providerId="ADAL" clId="{91C7D78D-B518-4D94-BFF8-71F52D7FC60E}" dt="2024-12-25T07:54:57.404" v="13" actId="1076"/>
        <pc:sldMkLst>
          <pc:docMk/>
          <pc:sldMk cId="1948827178" sldId="256"/>
        </pc:sldMkLst>
      </pc:sldChg>
      <pc:sldChg chg="addSp modSp new mod">
        <pc:chgData name="Jason Zong" userId="e90bef95-34a8-4362-91af-bb8a48769bac" providerId="ADAL" clId="{91C7D78D-B518-4D94-BFF8-71F52D7FC60E}" dt="2025-01-07T01:40:14.231" v="35" actId="14100"/>
        <pc:sldMkLst>
          <pc:docMk/>
          <pc:sldMk cId="3178668358" sldId="257"/>
        </pc:sldMkLst>
      </pc:sldChg>
    </pc:docChg>
  </pc:docChgLst>
  <pc:docChgLst>
    <pc:chgData name="Jason Zong" userId="e90bef95-34a8-4362-91af-bb8a48769bac" providerId="ADAL" clId="{3ECB96AD-CB7F-4EFA-94EA-B26F0FF026DA}"/>
    <pc:docChg chg="modSld">
      <pc:chgData name="Jason Zong" userId="e90bef95-34a8-4362-91af-bb8a48769bac" providerId="ADAL" clId="{3ECB96AD-CB7F-4EFA-94EA-B26F0FF026DA}" dt="2025-06-12T02:47:51.432" v="3" actId="1076"/>
      <pc:docMkLst>
        <pc:docMk/>
      </pc:docMkLst>
      <pc:sldChg chg="modSp mod">
        <pc:chgData name="Jason Zong" userId="e90bef95-34a8-4362-91af-bb8a48769bac" providerId="ADAL" clId="{3ECB96AD-CB7F-4EFA-94EA-B26F0FF026DA}" dt="2025-06-12T02:47:51.432" v="3" actId="1076"/>
        <pc:sldMkLst>
          <pc:docMk/>
          <pc:sldMk cId="1948827178" sldId="256"/>
        </pc:sldMkLst>
      </pc:sldChg>
    </pc:docChg>
  </pc:docChgLst>
  <pc:docChgLst>
    <pc:chgData name="Jason Zong" userId="e90bef95-34a8-4362-91af-bb8a48769bac" providerId="ADAL" clId="{5F5BAE20-D53E-41BA-A923-E9FC7AFA0FC8}"/>
    <pc:docChg chg="undo custSel addSld modSld sldOrd addSection modSection">
      <pc:chgData name="Jason Zong" userId="e90bef95-34a8-4362-91af-bb8a48769bac" providerId="ADAL" clId="{5F5BAE20-D53E-41BA-A923-E9FC7AFA0FC8}" dt="2025-12-01T08:11:04.491" v="1440" actId="17846"/>
      <pc:docMkLst>
        <pc:docMk/>
      </pc:docMkLst>
      <pc:sldChg chg="addSp delSp modSp mod modShow">
        <pc:chgData name="Jason Zong" userId="e90bef95-34a8-4362-91af-bb8a48769bac" providerId="ADAL" clId="{5F5BAE20-D53E-41BA-A923-E9FC7AFA0FC8}" dt="2025-11-28T02:06:13.910" v="1313" actId="1076"/>
        <pc:sldMkLst>
          <pc:docMk/>
          <pc:sldMk cId="1948827178" sldId="256"/>
        </pc:sldMkLst>
        <pc:spChg chg="add del">
          <ac:chgData name="Jason Zong" userId="e90bef95-34a8-4362-91af-bb8a48769bac" providerId="ADAL" clId="{5F5BAE20-D53E-41BA-A923-E9FC7AFA0FC8}" dt="2025-11-03T08:38:22.762" v="609" actId="478"/>
          <ac:spMkLst>
            <pc:docMk/>
            <pc:sldMk cId="1948827178" sldId="256"/>
            <ac:spMk id="5" creationId="{6EF7EEAF-41B6-CC0F-187D-BBDF6B3CD4AA}"/>
          </ac:spMkLst>
        </pc:spChg>
        <pc:spChg chg="mod">
          <ac:chgData name="Jason Zong" userId="e90bef95-34a8-4362-91af-bb8a48769bac" providerId="ADAL" clId="{5F5BAE20-D53E-41BA-A923-E9FC7AFA0FC8}" dt="2025-11-03T08:38:26.922" v="610" actId="20577"/>
          <ac:spMkLst>
            <pc:docMk/>
            <pc:sldMk cId="1948827178" sldId="256"/>
            <ac:spMk id="8" creationId="{3559FB0E-8E6B-EF6D-4838-26855B7BB750}"/>
          </ac:spMkLst>
        </pc:spChg>
        <pc:spChg chg="add del mod">
          <ac:chgData name="Jason Zong" userId="e90bef95-34a8-4362-91af-bb8a48769bac" providerId="ADAL" clId="{5F5BAE20-D53E-41BA-A923-E9FC7AFA0FC8}" dt="2025-11-03T08:38:31.181" v="611" actId="20577"/>
          <ac:spMkLst>
            <pc:docMk/>
            <pc:sldMk cId="1948827178" sldId="256"/>
            <ac:spMk id="10" creationId="{CBCBF581-0D28-765E-CE0F-3B1158BAD7DA}"/>
          </ac:spMkLst>
        </pc:spChg>
        <pc:spChg chg="mod">
          <ac:chgData name="Jason Zong" userId="e90bef95-34a8-4362-91af-bb8a48769bac" providerId="ADAL" clId="{5F5BAE20-D53E-41BA-A923-E9FC7AFA0FC8}" dt="2025-11-03T08:38:34.243" v="612" actId="20577"/>
          <ac:spMkLst>
            <pc:docMk/>
            <pc:sldMk cId="1948827178" sldId="256"/>
            <ac:spMk id="11" creationId="{A22CD4DF-3899-56A6-B619-9BAFE1280A64}"/>
          </ac:spMkLst>
        </pc:spChg>
        <pc:spChg chg="mod">
          <ac:chgData name="Jason Zong" userId="e90bef95-34a8-4362-91af-bb8a48769bac" providerId="ADAL" clId="{5F5BAE20-D53E-41BA-A923-E9FC7AFA0FC8}" dt="2025-11-03T08:38:36.168" v="613" actId="20577"/>
          <ac:spMkLst>
            <pc:docMk/>
            <pc:sldMk cId="1948827178" sldId="256"/>
            <ac:spMk id="12" creationId="{E3035E3C-FA61-B9FD-BD8F-48C626A8F0C5}"/>
          </ac:spMkLst>
        </pc:spChg>
        <pc:spChg chg="mod">
          <ac:chgData name="Jason Zong" userId="e90bef95-34a8-4362-91af-bb8a48769bac" providerId="ADAL" clId="{5F5BAE20-D53E-41BA-A923-E9FC7AFA0FC8}" dt="2025-11-03T08:38:57.065" v="617" actId="164"/>
          <ac:spMkLst>
            <pc:docMk/>
            <pc:sldMk cId="1948827178" sldId="256"/>
            <ac:spMk id="19" creationId="{91635403-89BF-FF17-9730-49D1F444B45C}"/>
          </ac:spMkLst>
        </pc:spChg>
        <pc:spChg chg="mod">
          <ac:chgData name="Jason Zong" userId="e90bef95-34a8-4362-91af-bb8a48769bac" providerId="ADAL" clId="{5F5BAE20-D53E-41BA-A923-E9FC7AFA0FC8}" dt="2025-11-03T08:38:57.065" v="617" actId="164"/>
          <ac:spMkLst>
            <pc:docMk/>
            <pc:sldMk cId="1948827178" sldId="256"/>
            <ac:spMk id="20" creationId="{B535E32E-D450-3CDF-F149-921EF27C3C9A}"/>
          </ac:spMkLst>
        </pc:spChg>
        <pc:spChg chg="mod">
          <ac:chgData name="Jason Zong" userId="e90bef95-34a8-4362-91af-bb8a48769bac" providerId="ADAL" clId="{5F5BAE20-D53E-41BA-A923-E9FC7AFA0FC8}" dt="2025-11-03T08:38:57.065" v="617" actId="164"/>
          <ac:spMkLst>
            <pc:docMk/>
            <pc:sldMk cId="1948827178" sldId="256"/>
            <ac:spMk id="21" creationId="{D2AA019B-A65B-A4AB-01DC-D3C327B9FB24}"/>
          </ac:spMkLst>
        </pc:spChg>
        <pc:spChg chg="mod">
          <ac:chgData name="Jason Zong" userId="e90bef95-34a8-4362-91af-bb8a48769bac" providerId="ADAL" clId="{5F5BAE20-D53E-41BA-A923-E9FC7AFA0FC8}" dt="2025-11-03T08:38:57.065" v="617" actId="164"/>
          <ac:spMkLst>
            <pc:docMk/>
            <pc:sldMk cId="1948827178" sldId="256"/>
            <ac:spMk id="22" creationId="{49E96A84-DB93-B3F0-852D-170050AF9A86}"/>
          </ac:spMkLst>
        </pc:spChg>
        <pc:spChg chg="mod">
          <ac:chgData name="Jason Zong" userId="e90bef95-34a8-4362-91af-bb8a48769bac" providerId="ADAL" clId="{5F5BAE20-D53E-41BA-A923-E9FC7AFA0FC8}" dt="2025-11-03T08:38:57.065" v="617" actId="164"/>
          <ac:spMkLst>
            <pc:docMk/>
            <pc:sldMk cId="1948827178" sldId="256"/>
            <ac:spMk id="23" creationId="{D172134B-4DA6-7E34-967A-B45225A06415}"/>
          </ac:spMkLst>
        </pc:spChg>
        <pc:spChg chg="mod">
          <ac:chgData name="Jason Zong" userId="e90bef95-34a8-4362-91af-bb8a48769bac" providerId="ADAL" clId="{5F5BAE20-D53E-41BA-A923-E9FC7AFA0FC8}" dt="2025-11-03T08:38:57.065" v="617" actId="164"/>
          <ac:spMkLst>
            <pc:docMk/>
            <pc:sldMk cId="1948827178" sldId="256"/>
            <ac:spMk id="24" creationId="{0417E3FE-8232-8D50-8886-F0D11AC0F984}"/>
          </ac:spMkLst>
        </pc:spChg>
        <pc:spChg chg="mod">
          <ac:chgData name="Jason Zong" userId="e90bef95-34a8-4362-91af-bb8a48769bac" providerId="ADAL" clId="{5F5BAE20-D53E-41BA-A923-E9FC7AFA0FC8}" dt="2025-11-03T08:38:57.065" v="617" actId="164"/>
          <ac:spMkLst>
            <pc:docMk/>
            <pc:sldMk cId="1948827178" sldId="256"/>
            <ac:spMk id="25" creationId="{1BB67B42-28CF-610E-738C-1D8D07FE589C}"/>
          </ac:spMkLst>
        </pc:spChg>
        <pc:spChg chg="mod">
          <ac:chgData name="Jason Zong" userId="e90bef95-34a8-4362-91af-bb8a48769bac" providerId="ADAL" clId="{5F5BAE20-D53E-41BA-A923-E9FC7AFA0FC8}" dt="2025-11-03T08:38:57.065" v="617" actId="164"/>
          <ac:spMkLst>
            <pc:docMk/>
            <pc:sldMk cId="1948827178" sldId="256"/>
            <ac:spMk id="26" creationId="{090CF80E-E78B-2271-36F2-E8C2FDA95C88}"/>
          </ac:spMkLst>
        </pc:spChg>
        <pc:grpChg chg="add mod">
          <ac:chgData name="Jason Zong" userId="e90bef95-34a8-4362-91af-bb8a48769bac" providerId="ADAL" clId="{5F5BAE20-D53E-41BA-A923-E9FC7AFA0FC8}" dt="2025-11-28T02:06:13.910" v="1313" actId="1076"/>
          <ac:grpSpMkLst>
            <pc:docMk/>
            <pc:sldMk cId="1948827178" sldId="256"/>
            <ac:grpSpMk id="2" creationId="{8AFD9A6F-7539-4D48-D1D2-31C2F1FD3709}"/>
          </ac:grpSpMkLst>
        </pc:grpChg>
        <pc:grpChg chg="mod">
          <ac:chgData name="Jason Zong" userId="e90bef95-34a8-4362-91af-bb8a48769bac" providerId="ADAL" clId="{5F5BAE20-D53E-41BA-A923-E9FC7AFA0FC8}" dt="2025-11-03T08:38:51.422" v="616" actId="1076"/>
          <ac:grpSpMkLst>
            <pc:docMk/>
            <pc:sldMk cId="1948827178" sldId="256"/>
            <ac:grpSpMk id="17" creationId="{2427584C-F516-C875-E928-3562A316BF2F}"/>
          </ac:grpSpMkLst>
        </pc:grpChg>
        <pc:grpChg chg="mod">
          <ac:chgData name="Jason Zong" userId="e90bef95-34a8-4362-91af-bb8a48769bac" providerId="ADAL" clId="{5F5BAE20-D53E-41BA-A923-E9FC7AFA0FC8}" dt="2025-11-03T08:38:38.125" v="614" actId="1076"/>
          <ac:grpSpMkLst>
            <pc:docMk/>
            <pc:sldMk cId="1948827178" sldId="256"/>
            <ac:grpSpMk id="18" creationId="{53A5010B-013F-942B-867F-FC6B84341F92}"/>
          </ac:grpSpMkLst>
        </pc:grpChg>
        <pc:picChg chg="mod">
          <ac:chgData name="Jason Zong" userId="e90bef95-34a8-4362-91af-bb8a48769bac" providerId="ADAL" clId="{5F5BAE20-D53E-41BA-A923-E9FC7AFA0FC8}" dt="2025-11-03T08:38:57.065" v="617" actId="164"/>
          <ac:picMkLst>
            <pc:docMk/>
            <pc:sldMk cId="1948827178" sldId="256"/>
            <ac:picMk id="7" creationId="{78AFF612-0F9F-B5AA-61C3-3F0ED1664CC5}"/>
          </ac:picMkLst>
        </pc:picChg>
      </pc:sldChg>
      <pc:sldChg chg="mod modShow">
        <pc:chgData name="Jason Zong" userId="e90bef95-34a8-4362-91af-bb8a48769bac" providerId="ADAL" clId="{5F5BAE20-D53E-41BA-A923-E9FC7AFA0FC8}" dt="2025-11-03T08:47:20.356" v="1130" actId="729"/>
        <pc:sldMkLst>
          <pc:docMk/>
          <pc:sldMk cId="3178668358" sldId="257"/>
        </pc:sldMkLst>
      </pc:sldChg>
      <pc:sldChg chg="addSp modSp mod modShow">
        <pc:chgData name="Jason Zong" userId="e90bef95-34a8-4362-91af-bb8a48769bac" providerId="ADAL" clId="{5F5BAE20-D53E-41BA-A923-E9FC7AFA0FC8}" dt="2025-11-28T02:11:19.385" v="1343" actId="164"/>
        <pc:sldMkLst>
          <pc:docMk/>
          <pc:sldMk cId="780920483" sldId="258"/>
        </pc:sldMkLst>
        <pc:spChg chg="add mod">
          <ac:chgData name="Jason Zong" userId="e90bef95-34a8-4362-91af-bb8a48769bac" providerId="ADAL" clId="{5F5BAE20-D53E-41BA-A923-E9FC7AFA0FC8}" dt="2025-11-28T02:10:52.305" v="1338" actId="20577"/>
          <ac:spMkLst>
            <pc:docMk/>
            <pc:sldMk cId="780920483" sldId="258"/>
            <ac:spMk id="5" creationId="{C044FB30-F3F4-A74E-A598-CBFF89C97E2F}"/>
          </ac:spMkLst>
        </pc:spChg>
        <pc:spChg chg="add mod">
          <ac:chgData name="Jason Zong" userId="e90bef95-34a8-4362-91af-bb8a48769bac" providerId="ADAL" clId="{5F5BAE20-D53E-41BA-A923-E9FC7AFA0FC8}" dt="2025-11-28T02:11:19.385" v="1343" actId="164"/>
          <ac:spMkLst>
            <pc:docMk/>
            <pc:sldMk cId="780920483" sldId="258"/>
            <ac:spMk id="6" creationId="{DC7F2C21-5283-2CFE-ADBC-87D6B11176E4}"/>
          </ac:spMkLst>
        </pc:spChg>
        <pc:spChg chg="mod">
          <ac:chgData name="Jason Zong" userId="e90bef95-34a8-4362-91af-bb8a48769bac" providerId="ADAL" clId="{5F5BAE20-D53E-41BA-A923-E9FC7AFA0FC8}" dt="2025-11-28T02:10:37.453" v="1322" actId="1076"/>
          <ac:spMkLst>
            <pc:docMk/>
            <pc:sldMk cId="780920483" sldId="258"/>
            <ac:spMk id="13" creationId="{6BD54CAC-6F68-4675-718C-673E3B859A44}"/>
          </ac:spMkLst>
        </pc:spChg>
        <pc:grpChg chg="add mod">
          <ac:chgData name="Jason Zong" userId="e90bef95-34a8-4362-91af-bb8a48769bac" providerId="ADAL" clId="{5F5BAE20-D53E-41BA-A923-E9FC7AFA0FC8}" dt="2025-11-28T02:11:19.385" v="1343" actId="164"/>
          <ac:grpSpMkLst>
            <pc:docMk/>
            <pc:sldMk cId="780920483" sldId="258"/>
            <ac:grpSpMk id="8" creationId="{6CE6125C-9BD5-9F93-C935-176BAD463683}"/>
          </ac:grpSpMkLst>
        </pc:grpChg>
        <pc:picChg chg="add mod">
          <ac:chgData name="Jason Zong" userId="e90bef95-34a8-4362-91af-bb8a48769bac" providerId="ADAL" clId="{5F5BAE20-D53E-41BA-A923-E9FC7AFA0FC8}" dt="2025-11-28T02:11:19.385" v="1343" actId="164"/>
          <ac:picMkLst>
            <pc:docMk/>
            <pc:sldMk cId="780920483" sldId="258"/>
            <ac:picMk id="4" creationId="{D09B257E-F0CD-4F3D-1604-9CF7D2EB4EC6}"/>
          </ac:picMkLst>
        </pc:picChg>
      </pc:sldChg>
      <pc:sldChg chg="addSp delSp modSp new mod">
        <pc:chgData name="Jason Zong" userId="e90bef95-34a8-4362-91af-bb8a48769bac" providerId="ADAL" clId="{5F5BAE20-D53E-41BA-A923-E9FC7AFA0FC8}" dt="2025-11-03T08:55:27.470" v="1211" actId="1076"/>
        <pc:sldMkLst>
          <pc:docMk/>
          <pc:sldMk cId="655984632" sldId="259"/>
        </pc:sldMkLst>
        <pc:spChg chg="add mod">
          <ac:chgData name="Jason Zong" userId="e90bef95-34a8-4362-91af-bb8a48769bac" providerId="ADAL" clId="{5F5BAE20-D53E-41BA-A923-E9FC7AFA0FC8}" dt="2025-11-03T08:55:27.470" v="1211" actId="1076"/>
          <ac:spMkLst>
            <pc:docMk/>
            <pc:sldMk cId="655984632" sldId="259"/>
            <ac:spMk id="2" creationId="{6AD1047D-8353-60F2-52A3-D03BDEBA1996}"/>
          </ac:spMkLst>
        </pc:spChg>
        <pc:spChg chg="add mod topLvl">
          <ac:chgData name="Jason Zong" userId="e90bef95-34a8-4362-91af-bb8a48769bac" providerId="ADAL" clId="{5F5BAE20-D53E-41BA-A923-E9FC7AFA0FC8}" dt="2025-11-03T08:52:16.509" v="1134" actId="165"/>
          <ac:spMkLst>
            <pc:docMk/>
            <pc:sldMk cId="655984632" sldId="259"/>
            <ac:spMk id="6" creationId="{3D8C5564-FA5B-1FC2-659D-212576646FC5}"/>
          </ac:spMkLst>
        </pc:spChg>
        <pc:spChg chg="add mod topLvl">
          <ac:chgData name="Jason Zong" userId="e90bef95-34a8-4362-91af-bb8a48769bac" providerId="ADAL" clId="{5F5BAE20-D53E-41BA-A923-E9FC7AFA0FC8}" dt="2025-11-03T08:54:21.060" v="1151" actId="1076"/>
          <ac:spMkLst>
            <pc:docMk/>
            <pc:sldMk cId="655984632" sldId="259"/>
            <ac:spMk id="7" creationId="{DE34A808-158A-387F-C61B-30A2C4FF37E7}"/>
          </ac:spMkLst>
        </pc:spChg>
        <pc:spChg chg="add mod topLvl">
          <ac:chgData name="Jason Zong" userId="e90bef95-34a8-4362-91af-bb8a48769bac" providerId="ADAL" clId="{5F5BAE20-D53E-41BA-A923-E9FC7AFA0FC8}" dt="2025-11-03T08:52:16.509" v="1134" actId="165"/>
          <ac:spMkLst>
            <pc:docMk/>
            <pc:sldMk cId="655984632" sldId="259"/>
            <ac:spMk id="8" creationId="{C259472F-5D9A-82E7-135E-B513A4753AA5}"/>
          </ac:spMkLst>
        </pc:spChg>
        <pc:spChg chg="add mod topLvl">
          <ac:chgData name="Jason Zong" userId="e90bef95-34a8-4362-91af-bb8a48769bac" providerId="ADAL" clId="{5F5BAE20-D53E-41BA-A923-E9FC7AFA0FC8}" dt="2025-11-03T08:54:51.432" v="1173" actId="20577"/>
          <ac:spMkLst>
            <pc:docMk/>
            <pc:sldMk cId="655984632" sldId="259"/>
            <ac:spMk id="9" creationId="{4C932181-7744-8DDA-329B-A9128832C1A4}"/>
          </ac:spMkLst>
        </pc:spChg>
        <pc:spChg chg="add mod topLvl">
          <ac:chgData name="Jason Zong" userId="e90bef95-34a8-4362-91af-bb8a48769bac" providerId="ADAL" clId="{5F5BAE20-D53E-41BA-A923-E9FC7AFA0FC8}" dt="2025-11-03T08:54:56.128" v="1174" actId="1076"/>
          <ac:spMkLst>
            <pc:docMk/>
            <pc:sldMk cId="655984632" sldId="259"/>
            <ac:spMk id="10" creationId="{ADE28193-EAED-B4F4-8D9F-3424F169A9A0}"/>
          </ac:spMkLst>
        </pc:spChg>
        <pc:spChg chg="add mod topLvl">
          <ac:chgData name="Jason Zong" userId="e90bef95-34a8-4362-91af-bb8a48769bac" providerId="ADAL" clId="{5F5BAE20-D53E-41BA-A923-E9FC7AFA0FC8}" dt="2025-11-03T08:52:13.236" v="1133" actId="165"/>
          <ac:spMkLst>
            <pc:docMk/>
            <pc:sldMk cId="655984632" sldId="259"/>
            <ac:spMk id="15" creationId="{22AE10EA-D4F2-F814-FD7E-23524D695E5D}"/>
          </ac:spMkLst>
        </pc:spChg>
        <pc:picChg chg="add mod ord">
          <ac:chgData name="Jason Zong" userId="e90bef95-34a8-4362-91af-bb8a48769bac" providerId="ADAL" clId="{5F5BAE20-D53E-41BA-A923-E9FC7AFA0FC8}" dt="2025-11-03T08:54:14.135" v="1150" actId="1076"/>
          <ac:picMkLst>
            <pc:docMk/>
            <pc:sldMk cId="655984632" sldId="259"/>
            <ac:picMk id="31" creationId="{78DDBE6A-972F-FDF6-108B-22743540A2A7}"/>
          </ac:picMkLst>
        </pc:picChg>
      </pc:sldChg>
      <pc:sldChg chg="addSp modSp new mod ord">
        <pc:chgData name="Jason Zong" userId="e90bef95-34a8-4362-91af-bb8a48769bac" providerId="ADAL" clId="{5F5BAE20-D53E-41BA-A923-E9FC7AFA0FC8}" dt="2025-11-03T08:36:06.697" v="593"/>
        <pc:sldMkLst>
          <pc:docMk/>
          <pc:sldMk cId="2560910935" sldId="260"/>
        </pc:sldMkLst>
        <pc:spChg chg="add mod">
          <ac:chgData name="Jason Zong" userId="e90bef95-34a8-4362-91af-bb8a48769bac" providerId="ADAL" clId="{5F5BAE20-D53E-41BA-A923-E9FC7AFA0FC8}" dt="2025-11-03T08:35:27.922" v="582" actId="1076"/>
          <ac:spMkLst>
            <pc:docMk/>
            <pc:sldMk cId="2560910935" sldId="260"/>
            <ac:spMk id="3" creationId="{FB643896-35DF-69B0-6EF4-54FAA447C32B}"/>
          </ac:spMkLst>
        </pc:spChg>
        <pc:spChg chg="add mod">
          <ac:chgData name="Jason Zong" userId="e90bef95-34a8-4362-91af-bb8a48769bac" providerId="ADAL" clId="{5F5BAE20-D53E-41BA-A923-E9FC7AFA0FC8}" dt="2025-11-03T08:34:22.767" v="542" actId="164"/>
          <ac:spMkLst>
            <pc:docMk/>
            <pc:sldMk cId="2560910935" sldId="260"/>
            <ac:spMk id="19" creationId="{76990954-E5BD-4E71-16FD-858F9BF006DD}"/>
          </ac:spMkLst>
        </pc:spChg>
        <pc:spChg chg="add mod">
          <ac:chgData name="Jason Zong" userId="e90bef95-34a8-4362-91af-bb8a48769bac" providerId="ADAL" clId="{5F5BAE20-D53E-41BA-A923-E9FC7AFA0FC8}" dt="2025-11-03T08:34:22.767" v="542" actId="164"/>
          <ac:spMkLst>
            <pc:docMk/>
            <pc:sldMk cId="2560910935" sldId="260"/>
            <ac:spMk id="20" creationId="{1923DCD8-E76D-71F8-F2FD-E88B4D3AF5FA}"/>
          </ac:spMkLst>
        </pc:spChg>
        <pc:spChg chg="add mod">
          <ac:chgData name="Jason Zong" userId="e90bef95-34a8-4362-91af-bb8a48769bac" providerId="ADAL" clId="{5F5BAE20-D53E-41BA-A923-E9FC7AFA0FC8}" dt="2025-11-03T08:34:22.767" v="542" actId="164"/>
          <ac:spMkLst>
            <pc:docMk/>
            <pc:sldMk cId="2560910935" sldId="260"/>
            <ac:spMk id="23" creationId="{8541AF97-D415-7F28-5EE2-3D3BF1B5D793}"/>
          </ac:spMkLst>
        </pc:spChg>
        <pc:spChg chg="add mod">
          <ac:chgData name="Jason Zong" userId="e90bef95-34a8-4362-91af-bb8a48769bac" providerId="ADAL" clId="{5F5BAE20-D53E-41BA-A923-E9FC7AFA0FC8}" dt="2025-11-03T08:34:22.767" v="542" actId="164"/>
          <ac:spMkLst>
            <pc:docMk/>
            <pc:sldMk cId="2560910935" sldId="260"/>
            <ac:spMk id="24" creationId="{7CDEA49F-1965-8F07-ABAC-D4B1AFB437CE}"/>
          </ac:spMkLst>
        </pc:spChg>
        <pc:spChg chg="add mod">
          <ac:chgData name="Jason Zong" userId="e90bef95-34a8-4362-91af-bb8a48769bac" providerId="ADAL" clId="{5F5BAE20-D53E-41BA-A923-E9FC7AFA0FC8}" dt="2025-11-03T08:34:22.767" v="542" actId="164"/>
          <ac:spMkLst>
            <pc:docMk/>
            <pc:sldMk cId="2560910935" sldId="260"/>
            <ac:spMk id="25" creationId="{DEB6C121-B475-978F-9F2E-B3B55C28F4C4}"/>
          </ac:spMkLst>
        </pc:spChg>
        <pc:spChg chg="add mod">
          <ac:chgData name="Jason Zong" userId="e90bef95-34a8-4362-91af-bb8a48769bac" providerId="ADAL" clId="{5F5BAE20-D53E-41BA-A923-E9FC7AFA0FC8}" dt="2025-11-03T08:34:22.767" v="542" actId="164"/>
          <ac:spMkLst>
            <pc:docMk/>
            <pc:sldMk cId="2560910935" sldId="260"/>
            <ac:spMk id="26" creationId="{21A362A3-D7EB-CC90-F1B7-26A7AFE869C9}"/>
          </ac:spMkLst>
        </pc:spChg>
        <pc:grpChg chg="add mod">
          <ac:chgData name="Jason Zong" userId="e90bef95-34a8-4362-91af-bb8a48769bac" providerId="ADAL" clId="{5F5BAE20-D53E-41BA-A923-E9FC7AFA0FC8}" dt="2025-11-03T08:34:24.810" v="543" actId="1076"/>
          <ac:grpSpMkLst>
            <pc:docMk/>
            <pc:sldMk cId="2560910935" sldId="260"/>
            <ac:grpSpMk id="2" creationId="{0332EAFD-3428-F13E-B24F-D2D1FC601520}"/>
          </ac:grpSpMkLst>
        </pc:grpChg>
        <pc:picChg chg="add mod">
          <ac:chgData name="Jason Zong" userId="e90bef95-34a8-4362-91af-bb8a48769bac" providerId="ADAL" clId="{5F5BAE20-D53E-41BA-A923-E9FC7AFA0FC8}" dt="2025-11-03T08:34:22.767" v="542" actId="164"/>
          <ac:picMkLst>
            <pc:docMk/>
            <pc:sldMk cId="2560910935" sldId="260"/>
            <ac:picMk id="18" creationId="{9A863542-367C-76FA-9FE8-353BBA3DB13A}"/>
          </ac:picMkLst>
        </pc:picChg>
        <pc:picChg chg="add mod">
          <ac:chgData name="Jason Zong" userId="e90bef95-34a8-4362-91af-bb8a48769bac" providerId="ADAL" clId="{5F5BAE20-D53E-41BA-A923-E9FC7AFA0FC8}" dt="2025-11-03T08:34:32.535" v="545" actId="14100"/>
          <ac:picMkLst>
            <pc:docMk/>
            <pc:sldMk cId="2560910935" sldId="260"/>
            <ac:picMk id="28" creationId="{41346A14-EE1C-7353-E21B-446BFEC9BB21}"/>
          </ac:picMkLst>
        </pc:picChg>
      </pc:sldChg>
      <pc:sldChg chg="addSp modSp new mod">
        <pc:chgData name="Jason Zong" userId="e90bef95-34a8-4362-91af-bb8a48769bac" providerId="ADAL" clId="{5F5BAE20-D53E-41BA-A923-E9FC7AFA0FC8}" dt="2025-11-28T04:54:00.317" v="1435" actId="1076"/>
        <pc:sldMkLst>
          <pc:docMk/>
          <pc:sldMk cId="1142114298" sldId="261"/>
        </pc:sldMkLst>
        <pc:spChg chg="add mod">
          <ac:chgData name="Jason Zong" userId="e90bef95-34a8-4362-91af-bb8a48769bac" providerId="ADAL" clId="{5F5BAE20-D53E-41BA-A923-E9FC7AFA0FC8}" dt="2025-11-28T04:53:23.213" v="1428" actId="164"/>
          <ac:spMkLst>
            <pc:docMk/>
            <pc:sldMk cId="1142114298" sldId="261"/>
            <ac:spMk id="2" creationId="{3A7CA746-4D65-8EA3-4E8D-5EF65EB47F6D}"/>
          </ac:spMkLst>
        </pc:spChg>
        <pc:spChg chg="add mod">
          <ac:chgData name="Jason Zong" userId="e90bef95-34a8-4362-91af-bb8a48769bac" providerId="ADAL" clId="{5F5BAE20-D53E-41BA-A923-E9FC7AFA0FC8}" dt="2025-11-28T04:53:30.127" v="1429" actId="164"/>
          <ac:spMkLst>
            <pc:docMk/>
            <pc:sldMk cId="1142114298" sldId="261"/>
            <ac:spMk id="3" creationId="{CA1E683C-538A-7D28-1F26-0C2468E1FF42}"/>
          </ac:spMkLst>
        </pc:spChg>
        <pc:spChg chg="mod">
          <ac:chgData name="Jason Zong" userId="e90bef95-34a8-4362-91af-bb8a48769bac" providerId="ADAL" clId="{5F5BAE20-D53E-41BA-A923-E9FC7AFA0FC8}" dt="2025-11-03T08:39:00.403" v="618"/>
          <ac:spMkLst>
            <pc:docMk/>
            <pc:sldMk cId="1142114298" sldId="261"/>
            <ac:spMk id="16" creationId="{0FDD1A97-9F35-CFF7-B13B-68610E99A486}"/>
          </ac:spMkLst>
        </pc:spChg>
        <pc:spChg chg="mod">
          <ac:chgData name="Jason Zong" userId="e90bef95-34a8-4362-91af-bb8a48769bac" providerId="ADAL" clId="{5F5BAE20-D53E-41BA-A923-E9FC7AFA0FC8}" dt="2025-11-03T08:39:00.403" v="618"/>
          <ac:spMkLst>
            <pc:docMk/>
            <pc:sldMk cId="1142114298" sldId="261"/>
            <ac:spMk id="17" creationId="{7F620DE1-3F30-ED4E-A338-4681EF741606}"/>
          </ac:spMkLst>
        </pc:spChg>
        <pc:spChg chg="mod">
          <ac:chgData name="Jason Zong" userId="e90bef95-34a8-4362-91af-bb8a48769bac" providerId="ADAL" clId="{5F5BAE20-D53E-41BA-A923-E9FC7AFA0FC8}" dt="2025-11-03T08:39:00.403" v="618"/>
          <ac:spMkLst>
            <pc:docMk/>
            <pc:sldMk cId="1142114298" sldId="261"/>
            <ac:spMk id="18" creationId="{9C303F09-2085-D31A-18B8-9E13AFD85BD9}"/>
          </ac:spMkLst>
        </pc:spChg>
        <pc:spChg chg="mod">
          <ac:chgData name="Jason Zong" userId="e90bef95-34a8-4362-91af-bb8a48769bac" providerId="ADAL" clId="{5F5BAE20-D53E-41BA-A923-E9FC7AFA0FC8}" dt="2025-11-03T08:39:00.403" v="618"/>
          <ac:spMkLst>
            <pc:docMk/>
            <pc:sldMk cId="1142114298" sldId="261"/>
            <ac:spMk id="19" creationId="{52316CFD-8923-2D02-0168-26F25445E8AC}"/>
          </ac:spMkLst>
        </pc:spChg>
        <pc:spChg chg="mod">
          <ac:chgData name="Jason Zong" userId="e90bef95-34a8-4362-91af-bb8a48769bac" providerId="ADAL" clId="{5F5BAE20-D53E-41BA-A923-E9FC7AFA0FC8}" dt="2025-11-03T08:39:00.403" v="618"/>
          <ac:spMkLst>
            <pc:docMk/>
            <pc:sldMk cId="1142114298" sldId="261"/>
            <ac:spMk id="20" creationId="{C7E0819E-07DA-F54D-E35B-916DE7A32B17}"/>
          </ac:spMkLst>
        </pc:spChg>
        <pc:spChg chg="mod">
          <ac:chgData name="Jason Zong" userId="e90bef95-34a8-4362-91af-bb8a48769bac" providerId="ADAL" clId="{5F5BAE20-D53E-41BA-A923-E9FC7AFA0FC8}" dt="2025-11-03T08:39:00.403" v="618"/>
          <ac:spMkLst>
            <pc:docMk/>
            <pc:sldMk cId="1142114298" sldId="261"/>
            <ac:spMk id="22" creationId="{8F1C0838-C857-E7D3-6A80-AAC9680AACC7}"/>
          </ac:spMkLst>
        </pc:spChg>
        <pc:spChg chg="mod">
          <ac:chgData name="Jason Zong" userId="e90bef95-34a8-4362-91af-bb8a48769bac" providerId="ADAL" clId="{5F5BAE20-D53E-41BA-A923-E9FC7AFA0FC8}" dt="2025-11-03T08:39:00.403" v="618"/>
          <ac:spMkLst>
            <pc:docMk/>
            <pc:sldMk cId="1142114298" sldId="261"/>
            <ac:spMk id="25" creationId="{5DF16759-9559-B02A-DF3F-9C3627FAE466}"/>
          </ac:spMkLst>
        </pc:spChg>
        <pc:spChg chg="mod">
          <ac:chgData name="Jason Zong" userId="e90bef95-34a8-4362-91af-bb8a48769bac" providerId="ADAL" clId="{5F5BAE20-D53E-41BA-A923-E9FC7AFA0FC8}" dt="2025-11-03T08:39:00.403" v="618"/>
          <ac:spMkLst>
            <pc:docMk/>
            <pc:sldMk cId="1142114298" sldId="261"/>
            <ac:spMk id="27" creationId="{3AE088E7-417A-C491-6444-C148619645D1}"/>
          </ac:spMkLst>
        </pc:spChg>
        <pc:spChg chg="mod">
          <ac:chgData name="Jason Zong" userId="e90bef95-34a8-4362-91af-bb8a48769bac" providerId="ADAL" clId="{5F5BAE20-D53E-41BA-A923-E9FC7AFA0FC8}" dt="2025-11-03T08:39:00.403" v="618"/>
          <ac:spMkLst>
            <pc:docMk/>
            <pc:sldMk cId="1142114298" sldId="261"/>
            <ac:spMk id="30" creationId="{CC43EBCC-E932-E580-F0B8-75589E55B3F1}"/>
          </ac:spMkLst>
        </pc:spChg>
        <pc:spChg chg="mod">
          <ac:chgData name="Jason Zong" userId="e90bef95-34a8-4362-91af-bb8a48769bac" providerId="ADAL" clId="{5F5BAE20-D53E-41BA-A923-E9FC7AFA0FC8}" dt="2025-11-03T08:39:00.403" v="618"/>
          <ac:spMkLst>
            <pc:docMk/>
            <pc:sldMk cId="1142114298" sldId="261"/>
            <ac:spMk id="31" creationId="{E8E787E0-B6EA-B1EB-5C67-1607283E36D5}"/>
          </ac:spMkLst>
        </pc:spChg>
        <pc:spChg chg="add mod">
          <ac:chgData name="Jason Zong" userId="e90bef95-34a8-4362-91af-bb8a48769bac" providerId="ADAL" clId="{5F5BAE20-D53E-41BA-A923-E9FC7AFA0FC8}" dt="2025-11-28T04:54:00.317" v="1435" actId="1076"/>
          <ac:spMkLst>
            <pc:docMk/>
            <pc:sldMk cId="1142114298" sldId="261"/>
            <ac:spMk id="33" creationId="{19488AED-E37F-59B9-B59C-F498CC548CC2}"/>
          </ac:spMkLst>
        </pc:spChg>
        <pc:grpChg chg="add mod">
          <ac:chgData name="Jason Zong" userId="e90bef95-34a8-4362-91af-bb8a48769bac" providerId="ADAL" clId="{5F5BAE20-D53E-41BA-A923-E9FC7AFA0FC8}" dt="2025-11-28T04:53:37.619" v="1431" actId="14100"/>
          <ac:grpSpMkLst>
            <pc:docMk/>
            <pc:sldMk cId="1142114298" sldId="261"/>
            <ac:grpSpMk id="4" creationId="{7B4F99AE-F6B5-50C8-E547-FF164060C1C6}"/>
          </ac:grpSpMkLst>
        </pc:grpChg>
        <pc:grpChg chg="add mod">
          <ac:chgData name="Jason Zong" userId="e90bef95-34a8-4362-91af-bb8a48769bac" providerId="ADAL" clId="{5F5BAE20-D53E-41BA-A923-E9FC7AFA0FC8}" dt="2025-11-28T04:53:34.175" v="1430" actId="14100"/>
          <ac:grpSpMkLst>
            <pc:docMk/>
            <pc:sldMk cId="1142114298" sldId="261"/>
            <ac:grpSpMk id="5" creationId="{E623E456-DBBC-90B9-9535-F1D9AC55E551}"/>
          </ac:grpSpMkLst>
        </pc:grpChg>
        <pc:grpChg chg="mod">
          <ac:chgData name="Jason Zong" userId="e90bef95-34a8-4362-91af-bb8a48769bac" providerId="ADAL" clId="{5F5BAE20-D53E-41BA-A923-E9FC7AFA0FC8}" dt="2025-11-28T04:53:30.127" v="1429" actId="164"/>
          <ac:grpSpMkLst>
            <pc:docMk/>
            <pc:sldMk cId="1142114298" sldId="261"/>
            <ac:grpSpMk id="13" creationId="{067337B7-546C-6B3A-C434-AEB6AB508C52}"/>
          </ac:grpSpMkLst>
        </pc:grpChg>
        <pc:grpChg chg="mod">
          <ac:chgData name="Jason Zong" userId="e90bef95-34a8-4362-91af-bb8a48769bac" providerId="ADAL" clId="{5F5BAE20-D53E-41BA-A923-E9FC7AFA0FC8}" dt="2025-11-28T04:53:23.213" v="1428" actId="164"/>
          <ac:grpSpMkLst>
            <pc:docMk/>
            <pc:sldMk cId="1142114298" sldId="261"/>
            <ac:grpSpMk id="23" creationId="{38ABA2AA-3B3C-FCDF-47DB-56CAB6AA9B50}"/>
          </ac:grpSpMkLst>
        </pc:grpChg>
      </pc:sldChg>
      <pc:sldChg chg="addSp modSp new mod modShow">
        <pc:chgData name="Jason Zong" userId="e90bef95-34a8-4362-91af-bb8a48769bac" providerId="ADAL" clId="{5F5BAE20-D53E-41BA-A923-E9FC7AFA0FC8}" dt="2025-12-01T08:10:28.858" v="1436" actId="729"/>
        <pc:sldMkLst>
          <pc:docMk/>
          <pc:sldMk cId="2463133613" sldId="262"/>
        </pc:sldMkLst>
        <pc:spChg chg="add mod">
          <ac:chgData name="Jason Zong" userId="e90bef95-34a8-4362-91af-bb8a48769bac" providerId="ADAL" clId="{5F5BAE20-D53E-41BA-A923-E9FC7AFA0FC8}" dt="2025-11-04T01:53:08.294" v="1312" actId="113"/>
          <ac:spMkLst>
            <pc:docMk/>
            <pc:sldMk cId="2463133613" sldId="262"/>
            <ac:spMk id="4" creationId="{0B3FDE0C-D363-FD75-BC94-983AA8AE5A89}"/>
          </ac:spMkLst>
        </pc:spChg>
        <pc:spChg chg="add mod">
          <ac:chgData name="Jason Zong" userId="e90bef95-34a8-4362-91af-bb8a48769bac" providerId="ADAL" clId="{5F5BAE20-D53E-41BA-A923-E9FC7AFA0FC8}" dt="2025-11-04T01:48:20.207" v="1294" actId="113"/>
          <ac:spMkLst>
            <pc:docMk/>
            <pc:sldMk cId="2463133613" sldId="262"/>
            <ac:spMk id="5" creationId="{D92BD39E-9ED7-0B76-852E-A541273CDF48}"/>
          </ac:spMkLst>
        </pc:spChg>
        <pc:spChg chg="add mod">
          <ac:chgData name="Jason Zong" userId="e90bef95-34a8-4362-91af-bb8a48769bac" providerId="ADAL" clId="{5F5BAE20-D53E-41BA-A923-E9FC7AFA0FC8}" dt="2025-11-04T01:52:30.587" v="1311" actId="14100"/>
          <ac:spMkLst>
            <pc:docMk/>
            <pc:sldMk cId="2463133613" sldId="262"/>
            <ac:spMk id="6" creationId="{79C9C1E9-6826-B1E6-75BC-CDA0CAAF5EDE}"/>
          </ac:spMkLst>
        </pc:spChg>
        <pc:spChg chg="add mod">
          <ac:chgData name="Jason Zong" userId="e90bef95-34a8-4362-91af-bb8a48769bac" providerId="ADAL" clId="{5F5BAE20-D53E-41BA-A923-E9FC7AFA0FC8}" dt="2025-11-04T01:51:57.079" v="1307" actId="1076"/>
          <ac:spMkLst>
            <pc:docMk/>
            <pc:sldMk cId="2463133613" sldId="262"/>
            <ac:spMk id="7" creationId="{FA36621D-3CD8-F2CA-1C7C-52151DC5DE61}"/>
          </ac:spMkLst>
        </pc:spChg>
        <pc:picChg chg="add mod">
          <ac:chgData name="Jason Zong" userId="e90bef95-34a8-4362-91af-bb8a48769bac" providerId="ADAL" clId="{5F5BAE20-D53E-41BA-A923-E9FC7AFA0FC8}" dt="2025-11-04T01:44:30.774" v="1216" actId="1076"/>
          <ac:picMkLst>
            <pc:docMk/>
            <pc:sldMk cId="2463133613" sldId="262"/>
            <ac:picMk id="3" creationId="{9EB1A423-5AF4-0BEE-B9E5-6BE50D2501AE}"/>
          </ac:picMkLst>
        </pc:picChg>
        <pc:picChg chg="add">
          <ac:chgData name="Jason Zong" userId="e90bef95-34a8-4362-91af-bb8a48769bac" providerId="ADAL" clId="{5F5BAE20-D53E-41BA-A923-E9FC7AFA0FC8}" dt="2025-11-04T01:43:49.379" v="1214"/>
          <ac:picMkLst>
            <pc:docMk/>
            <pc:sldMk cId="2463133613" sldId="262"/>
            <ac:picMk id="2050" creationId="{21BB0805-8B4F-898F-3D4F-7991160D879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92284A-0DE5-0240-018F-D997A1080B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1E5DD6D-30D4-E220-0068-C64CA2E1D4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007E8D-BEFA-759F-897B-6C01664C9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1D321-8D41-4B82-9F08-7F536F4AF87E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C04681-7A14-2FEA-318F-97DB0EA0B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7E16C3-C57E-65B4-2874-CC4A25886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9D4C-7781-4892-B486-BC7E266D2A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3621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484E9A-3EF5-7504-937D-E4D264586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C021A8-04B1-DACC-6C2D-5758A321D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CE91A7-DC85-D461-B2AE-3D04697CD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1D321-8D41-4B82-9F08-7F536F4AF87E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0AC195-205D-08CE-17DA-A0F077567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AEF7BC-3A2A-644C-93B3-501B6E9EE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9D4C-7781-4892-B486-BC7E266D2A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4950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339B78-BA76-33CB-1D76-024CA49EC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299A4D-EEDD-043D-83BC-F4899E49F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E7B53A-C987-BEBE-153F-3391211F0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1D321-8D41-4B82-9F08-7F536F4AF87E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85E5C8-0236-EA5D-FA9D-AC6D2147E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AE120D-4984-7735-B8FE-44B79EA5F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9D4C-7781-4892-B486-BC7E266D2A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73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C874F4-3374-C49F-B948-97C548AF2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0EC1C0-9C09-E69A-A168-64A6B9AF44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A49E509-BA31-FA42-6E7C-0B08FDC90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1DC6B6-2895-4EBF-9516-5D2E259AC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1D321-8D41-4B82-9F08-7F536F4AF87E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91C08BD-44B8-FF07-86B8-CCA51D6C4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8188E7-9326-636E-48EF-E7BC7DA89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9D4C-7781-4892-B486-BC7E266D2A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5188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518B65-05B9-88C1-DD0C-B0FDC9EBD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690F78-AA02-DAC8-7AB2-275E451F1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4CE1313-56BD-C34D-52C4-775A5846F7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5E22674-279A-5528-1664-B015C96B10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5309B51-C29F-FE6C-7952-018B604DC9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F1B73EB-2852-6F87-6D53-B29A43094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1D321-8D41-4B82-9F08-7F536F4AF87E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EAC7D07-5DFD-8656-6742-91947C619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12348AE-86F4-5472-8BB9-31419889C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9D4C-7781-4892-B486-BC7E266D2A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095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52B58D-2275-8DD6-23AA-393809B98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A44856D-EF3D-D61A-1750-7BF94772B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1D321-8D41-4B82-9F08-7F536F4AF87E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5263C44-18E3-E5CF-7B63-539AE7F7F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2B076F0-93FF-507A-49D6-796AFF4CF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9D4C-7781-4892-B486-BC7E266D2A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9689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AF89430-E1A6-5A43-0403-9416EDC0F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1D321-8D41-4B82-9F08-7F536F4AF87E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A112BB6-EB26-8453-786A-DE1E0B098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7B99CA-346F-ABFF-9FD5-2805E00DB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9D4C-7781-4892-B486-BC7E266D2A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675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2AF1A7-E57D-B96F-4E82-6939F4CBB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C7EFA9-C49B-296F-E44D-EC8337898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D581504-EE01-80CD-0994-E1DE293062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CE371B-9129-68F5-FC3B-9EA0AC9F4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1D321-8D41-4B82-9F08-7F536F4AF87E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5D2083-C7F1-2DFD-7663-52BF9C41F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CB08D7-1491-AEA7-606C-2E64C7409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9D4C-7781-4892-B486-BC7E266D2A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2448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D4C0A6-88FB-D11C-D93F-27820EA50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A064EC1-4946-2AE5-67A4-CD6F3FE531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BD1A33-FA45-2ED1-A051-A958F1E3E7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A8A2C65-350D-661E-CB8E-45B76041E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1D321-8D41-4B82-9F08-7F536F4AF87E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2BB53A-8E83-DA39-D2C6-20AB3ADD5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2FA752-E032-BD19-2E06-506264FBA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9D4C-7781-4892-B486-BC7E266D2A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5796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29BDB1-BBB0-C764-A897-211B44C35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C877D8F-49F0-8460-FD61-8A808EA63C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04FB6E-1610-919F-B0BF-2C6DEBD3D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1D321-8D41-4B82-9F08-7F536F4AF87E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27716D-CE7E-26A8-396B-8BDC743EA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513282-BD53-1899-3358-A31D6802F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9D4C-7781-4892-B486-BC7E266D2A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255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252574C-0368-433A-F845-8D1193EE60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0782B78-32CC-EC45-1C00-8B04052281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48D1A5-7BF8-198C-58EA-A2D057341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1D321-8D41-4B82-9F08-7F536F4AF87E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472D1A-A083-94A4-A428-65179E0A4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8C36CE-A92F-0A5B-7AA2-7C4F2531E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9D4C-7781-4892-B486-BC7E266D2A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5573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6ECE41A-EBAB-BCF2-D4AE-7BE44309A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D1597F-F5D0-D3AE-8108-B7DCE4915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1CBD26-A06F-453A-605C-F2D1ECC070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71D321-8D41-4B82-9F08-7F536F4AF87E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96C3C7-5C9C-E160-B9C2-221C085AC2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F14270-A083-3721-18A5-D635C04BAC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339D4C-7781-4892-B486-BC7E266D2A0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96A33A8-FD1C-C1B5-E1FC-DECC04BE88D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1271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CN" alt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MAHLE internal (CL2)</a:t>
            </a:r>
          </a:p>
        </p:txBody>
      </p:sp>
    </p:spTree>
    <p:extLst>
      <p:ext uri="{BB962C8B-B14F-4D97-AF65-F5344CB8AC3E}">
        <p14:creationId xmlns:p14="http://schemas.microsoft.com/office/powerpoint/2010/main" val="805891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1766ECD5-C277-D0D6-8466-821AFB9A76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3A5010B-013F-942B-867F-FC6B84341F92}"/>
              </a:ext>
            </a:extLst>
          </p:cNvPr>
          <p:cNvGrpSpPr/>
          <p:nvPr/>
        </p:nvGrpSpPr>
        <p:grpSpPr>
          <a:xfrm>
            <a:off x="7876882" y="293018"/>
            <a:ext cx="6245804" cy="5579843"/>
            <a:chOff x="4173582" y="229127"/>
            <a:chExt cx="7437980" cy="6126243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AFE3A4E1-246A-C25F-5FAE-CC443D7A1F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73582" y="229127"/>
              <a:ext cx="7437980" cy="6126243"/>
            </a:xfrm>
            <a:prstGeom prst="rect">
              <a:avLst/>
            </a:prstGeom>
          </p:spPr>
        </p:pic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E5C429B-22D9-8E3C-5F89-951EFFF8678F}"/>
                </a:ext>
              </a:extLst>
            </p:cNvPr>
            <p:cNvSpPr/>
            <p:nvPr/>
          </p:nvSpPr>
          <p:spPr>
            <a:xfrm>
              <a:off x="9032903" y="5865854"/>
              <a:ext cx="980440" cy="1828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6EF7EEAF-41B6-CC0F-187D-BBDF6B3CD4AA}"/>
                </a:ext>
              </a:extLst>
            </p:cNvPr>
            <p:cNvSpPr/>
            <p:nvPr/>
          </p:nvSpPr>
          <p:spPr>
            <a:xfrm>
              <a:off x="5910847" y="6048734"/>
              <a:ext cx="980440" cy="1828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B7C4148-7E7B-B596-01B8-AA16D8783858}"/>
                </a:ext>
              </a:extLst>
            </p:cNvPr>
            <p:cNvSpPr/>
            <p:nvPr/>
          </p:nvSpPr>
          <p:spPr>
            <a:xfrm>
              <a:off x="8987183" y="4682435"/>
              <a:ext cx="980440" cy="1828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559FB0E-8E6B-EF6D-4838-26855B7BB750}"/>
                </a:ext>
              </a:extLst>
            </p:cNvPr>
            <p:cNvSpPr txBox="1"/>
            <p:nvPr/>
          </p:nvSpPr>
          <p:spPr>
            <a:xfrm>
              <a:off x="9667144" y="5496522"/>
              <a:ext cx="364996" cy="40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5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BCBF581-0D28-765E-CE0F-3B1158BAD7DA}"/>
                </a:ext>
              </a:extLst>
            </p:cNvPr>
            <p:cNvSpPr txBox="1"/>
            <p:nvPr/>
          </p:nvSpPr>
          <p:spPr>
            <a:xfrm>
              <a:off x="6988879" y="5920733"/>
              <a:ext cx="364996" cy="40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6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A22CD4DF-3899-56A6-B619-9BAFE1280A64}"/>
                </a:ext>
              </a:extLst>
            </p:cNvPr>
            <p:cNvSpPr txBox="1"/>
            <p:nvPr/>
          </p:nvSpPr>
          <p:spPr>
            <a:xfrm>
              <a:off x="8680689" y="4497769"/>
              <a:ext cx="364996" cy="40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7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3035E3C-FA61-B9FD-BD8F-48C626A8F0C5}"/>
                </a:ext>
              </a:extLst>
            </p:cNvPr>
            <p:cNvSpPr txBox="1"/>
            <p:nvPr/>
          </p:nvSpPr>
          <p:spPr>
            <a:xfrm>
              <a:off x="8659338" y="1506974"/>
              <a:ext cx="364996" cy="40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8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E5805937-EDA4-9C7A-6033-8CF437AC1EDC}"/>
                </a:ext>
              </a:extLst>
            </p:cNvPr>
            <p:cNvSpPr/>
            <p:nvPr/>
          </p:nvSpPr>
          <p:spPr>
            <a:xfrm>
              <a:off x="8983870" y="1600200"/>
              <a:ext cx="980440" cy="1828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2427584C-F516-C875-E928-3562A316BF2F}"/>
              </a:ext>
            </a:extLst>
          </p:cNvPr>
          <p:cNvGrpSpPr/>
          <p:nvPr/>
        </p:nvGrpSpPr>
        <p:grpSpPr>
          <a:xfrm>
            <a:off x="-1577989" y="4217011"/>
            <a:ext cx="2898610" cy="4451338"/>
            <a:chOff x="-279297" y="124743"/>
            <a:chExt cx="4582164" cy="6335009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949062D3-8F5D-679A-D307-422350085B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79297" y="124743"/>
              <a:ext cx="4582164" cy="6335009"/>
            </a:xfrm>
            <a:prstGeom prst="rect">
              <a:avLst/>
            </a:prstGeom>
          </p:spPr>
        </p:pic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08D98066-9C2C-A272-E48E-63AFC2FA954A}"/>
                </a:ext>
              </a:extLst>
            </p:cNvPr>
            <p:cNvSpPr/>
            <p:nvPr/>
          </p:nvSpPr>
          <p:spPr>
            <a:xfrm>
              <a:off x="24216" y="3989614"/>
              <a:ext cx="3205804" cy="31580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8AFD9A6F-7539-4D48-D1D2-31C2F1FD3709}"/>
              </a:ext>
            </a:extLst>
          </p:cNvPr>
          <p:cNvGrpSpPr/>
          <p:nvPr/>
        </p:nvGrpSpPr>
        <p:grpSpPr>
          <a:xfrm>
            <a:off x="-242637" y="-19757"/>
            <a:ext cx="7881066" cy="5479703"/>
            <a:chOff x="0" y="7645"/>
            <a:chExt cx="7881066" cy="5479703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78AFF612-0F9F-B5AA-61C3-3F0ED1664C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7645"/>
              <a:ext cx="7881066" cy="5479703"/>
            </a:xfrm>
            <a:prstGeom prst="rect">
              <a:avLst/>
            </a:prstGeom>
          </p:spPr>
        </p:pic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91635403-89BF-FF17-9730-49D1F444B45C}"/>
                </a:ext>
              </a:extLst>
            </p:cNvPr>
            <p:cNvSpPr/>
            <p:nvPr/>
          </p:nvSpPr>
          <p:spPr>
            <a:xfrm>
              <a:off x="1039976" y="331066"/>
              <a:ext cx="584717" cy="24043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B535E32E-D450-3CDF-F149-921EF27C3C9A}"/>
                </a:ext>
              </a:extLst>
            </p:cNvPr>
            <p:cNvSpPr/>
            <p:nvPr/>
          </p:nvSpPr>
          <p:spPr>
            <a:xfrm>
              <a:off x="3059953" y="1235885"/>
              <a:ext cx="1756976" cy="28267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D2AA019B-A65B-A4AB-01DC-D3C327B9FB24}"/>
                </a:ext>
              </a:extLst>
            </p:cNvPr>
            <p:cNvSpPr/>
            <p:nvPr/>
          </p:nvSpPr>
          <p:spPr>
            <a:xfrm>
              <a:off x="1231641" y="597412"/>
              <a:ext cx="948223" cy="24043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9E96A84-DB93-B3F0-852D-170050AF9A86}"/>
                </a:ext>
              </a:extLst>
            </p:cNvPr>
            <p:cNvSpPr/>
            <p:nvPr/>
          </p:nvSpPr>
          <p:spPr>
            <a:xfrm>
              <a:off x="3216952" y="3673929"/>
              <a:ext cx="2359255" cy="25754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D172134B-4DA6-7E34-967A-B45225A06415}"/>
                </a:ext>
              </a:extLst>
            </p:cNvPr>
            <p:cNvSpPr txBox="1"/>
            <p:nvPr/>
          </p:nvSpPr>
          <p:spPr>
            <a:xfrm>
              <a:off x="1589141" y="140822"/>
              <a:ext cx="233221" cy="3043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1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0417E3FE-8232-8D50-8886-F0D11AC0F984}"/>
                </a:ext>
              </a:extLst>
            </p:cNvPr>
            <p:cNvSpPr txBox="1"/>
            <p:nvPr/>
          </p:nvSpPr>
          <p:spPr>
            <a:xfrm>
              <a:off x="2130197" y="513979"/>
              <a:ext cx="233221" cy="3043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2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1BB67B42-28CF-610E-738C-1D8D07FE589C}"/>
                </a:ext>
              </a:extLst>
            </p:cNvPr>
            <p:cNvSpPr txBox="1"/>
            <p:nvPr/>
          </p:nvSpPr>
          <p:spPr>
            <a:xfrm>
              <a:off x="4782618" y="1047743"/>
              <a:ext cx="233221" cy="3043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3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090CF80E-E78B-2271-36F2-E8C2FDA95C88}"/>
                </a:ext>
              </a:extLst>
            </p:cNvPr>
            <p:cNvSpPr txBox="1"/>
            <p:nvPr/>
          </p:nvSpPr>
          <p:spPr>
            <a:xfrm>
              <a:off x="5470329" y="3380135"/>
              <a:ext cx="233221" cy="3043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4</a:t>
              </a:r>
              <a:endParaRPr lang="zh-CN" altLang="en-US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8827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417B77-3482-5DA9-8E6E-2B8F8DC69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SCANIA&amp;MAN</a:t>
            </a:r>
            <a:endParaRPr lang="zh-CN" altLang="en-US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CF1D55D4-5DFE-7656-8772-904BC26B3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2EE305A-3B46-A9A1-265C-2CBBB99C0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040" y="1825625"/>
            <a:ext cx="5887016" cy="4484358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355D954E-533A-6248-3EE2-2A8E3241B2A2}"/>
              </a:ext>
            </a:extLst>
          </p:cNvPr>
          <p:cNvSpPr/>
          <p:nvPr/>
        </p:nvSpPr>
        <p:spPr>
          <a:xfrm>
            <a:off x="4551680" y="5281507"/>
            <a:ext cx="980440" cy="182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5FC5BF7-C19A-F66F-8BBD-018BCFA25FC1}"/>
              </a:ext>
            </a:extLst>
          </p:cNvPr>
          <p:cNvSpPr/>
          <p:nvPr/>
        </p:nvSpPr>
        <p:spPr>
          <a:xfrm>
            <a:off x="1816947" y="6152033"/>
            <a:ext cx="980440" cy="182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CAFB221-55A7-699F-EDCE-850D50FE40B6}"/>
              </a:ext>
            </a:extLst>
          </p:cNvPr>
          <p:cNvSpPr/>
          <p:nvPr/>
        </p:nvSpPr>
        <p:spPr>
          <a:xfrm>
            <a:off x="5115560" y="4223174"/>
            <a:ext cx="777240" cy="182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BD54CAC-6F68-4675-718C-673E3B859A44}"/>
              </a:ext>
            </a:extLst>
          </p:cNvPr>
          <p:cNvSpPr txBox="1"/>
          <p:nvPr/>
        </p:nvSpPr>
        <p:spPr>
          <a:xfrm>
            <a:off x="6958896" y="459873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软件版本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9D4E641B-A1AE-9621-0614-DCB3715AA44A}"/>
              </a:ext>
            </a:extLst>
          </p:cNvPr>
          <p:cNvCxnSpPr/>
          <p:nvPr/>
        </p:nvCxnSpPr>
        <p:spPr>
          <a:xfrm>
            <a:off x="5892800" y="4309533"/>
            <a:ext cx="1405467" cy="96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5877255C-B437-2FF4-A015-0777EF0CCC5F}"/>
              </a:ext>
            </a:extLst>
          </p:cNvPr>
          <p:cNvSpPr txBox="1"/>
          <p:nvPr/>
        </p:nvSpPr>
        <p:spPr>
          <a:xfrm>
            <a:off x="4123267" y="6245357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软件版本设置打勾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232D4F1-CE22-B5B8-26F9-CDECE4DA483D}"/>
              </a:ext>
            </a:extLst>
          </p:cNvPr>
          <p:cNvCxnSpPr/>
          <p:nvPr/>
        </p:nvCxnSpPr>
        <p:spPr>
          <a:xfrm>
            <a:off x="2667000" y="6331716"/>
            <a:ext cx="1405467" cy="96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C044FB30-F3F4-A74E-A598-CBFF89C97E2F}"/>
              </a:ext>
            </a:extLst>
          </p:cNvPr>
          <p:cNvSpPr txBox="1"/>
          <p:nvPr/>
        </p:nvSpPr>
        <p:spPr>
          <a:xfrm>
            <a:off x="7148223" y="469127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GENERIC</a:t>
            </a:r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6CE6125C-9BD5-9F93-C935-176BAD463683}"/>
              </a:ext>
            </a:extLst>
          </p:cNvPr>
          <p:cNvGrpSpPr/>
          <p:nvPr/>
        </p:nvGrpSpPr>
        <p:grpSpPr>
          <a:xfrm>
            <a:off x="7010534" y="956827"/>
            <a:ext cx="4460106" cy="2889788"/>
            <a:chOff x="7010534" y="956827"/>
            <a:chExt cx="4460106" cy="2889788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D09B257E-F0CD-4F3D-1604-9CF7D2EB4E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10534" y="956827"/>
              <a:ext cx="4460106" cy="2889788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DC7F2C21-5283-2CFE-ADBC-87D6B11176E4}"/>
                </a:ext>
              </a:extLst>
            </p:cNvPr>
            <p:cNvSpPr/>
            <p:nvPr/>
          </p:nvSpPr>
          <p:spPr>
            <a:xfrm>
              <a:off x="10036628" y="1883866"/>
              <a:ext cx="438332" cy="9733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80920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9C72B01-C264-AAF2-9CB3-5CF380A2C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438" y="829467"/>
            <a:ext cx="3909023" cy="519906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F1D36CD-4812-E5E1-6347-F90E497F6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696" y="1828800"/>
            <a:ext cx="3734489" cy="4137380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C90041A9-5467-BD9A-0747-303D44865A57}"/>
              </a:ext>
            </a:extLst>
          </p:cNvPr>
          <p:cNvCxnSpPr/>
          <p:nvPr/>
        </p:nvCxnSpPr>
        <p:spPr>
          <a:xfrm>
            <a:off x="7604760" y="4800600"/>
            <a:ext cx="0" cy="8001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62482E87-ECA3-C4DE-2127-F20C367F8521}"/>
              </a:ext>
            </a:extLst>
          </p:cNvPr>
          <p:cNvSpPr txBox="1"/>
          <p:nvPr/>
        </p:nvSpPr>
        <p:spPr>
          <a:xfrm>
            <a:off x="7451513" y="5594922"/>
            <a:ext cx="30649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/>
              <a:t>1</a:t>
            </a:r>
            <a:endParaRPr lang="zh-CN" altLang="en-US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EF39865A-1425-EDCE-0266-C330F98E4E2E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7862993" y="2695274"/>
            <a:ext cx="153247" cy="11147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355F7C4C-9F53-51AB-821C-7D9ED4FC7625}"/>
              </a:ext>
            </a:extLst>
          </p:cNvPr>
          <p:cNvSpPr txBox="1"/>
          <p:nvPr/>
        </p:nvSpPr>
        <p:spPr>
          <a:xfrm>
            <a:off x="7862993" y="2325942"/>
            <a:ext cx="30649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/>
              <a:t>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8668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332EAFD-3428-F13E-B24F-D2D1FC601520}"/>
              </a:ext>
            </a:extLst>
          </p:cNvPr>
          <p:cNvGrpSpPr/>
          <p:nvPr/>
        </p:nvGrpSpPr>
        <p:grpSpPr>
          <a:xfrm>
            <a:off x="554663" y="820150"/>
            <a:ext cx="6396731" cy="4425982"/>
            <a:chOff x="2812088" y="1077325"/>
            <a:chExt cx="6396731" cy="4425982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9A863542-367C-76FA-9FE8-353BBA3DB1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22492"/>
            <a:stretch>
              <a:fillRect/>
            </a:stretch>
          </p:blipFill>
          <p:spPr>
            <a:xfrm rot="16200000">
              <a:off x="3756740" y="132673"/>
              <a:ext cx="4425982" cy="6315285"/>
            </a:xfrm>
            <a:prstGeom prst="rect">
              <a:avLst/>
            </a:prstGeom>
          </p:spPr>
        </p:pic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6990954-E5BD-4E71-16FD-858F9BF006DD}"/>
                </a:ext>
              </a:extLst>
            </p:cNvPr>
            <p:cNvSpPr txBox="1"/>
            <p:nvPr/>
          </p:nvSpPr>
          <p:spPr>
            <a:xfrm>
              <a:off x="7829218" y="2295331"/>
              <a:ext cx="1379601" cy="646331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Set voltage to 28V</a:t>
              </a:r>
              <a:endParaRPr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1923DCD8-E76D-71F8-F2FD-E88B4D3AF5FA}"/>
                </a:ext>
              </a:extLst>
            </p:cNvPr>
            <p:cNvSpPr txBox="1"/>
            <p:nvPr/>
          </p:nvSpPr>
          <p:spPr>
            <a:xfrm>
              <a:off x="7234388" y="4755118"/>
              <a:ext cx="813043" cy="369332"/>
            </a:xfrm>
            <a:prstGeom prst="rect">
              <a:avLst/>
            </a:prstGeom>
            <a:solidFill>
              <a:srgbClr val="FFFF00"/>
            </a:solidFill>
            <a:ln w="1905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CAN L</a:t>
              </a:r>
              <a:endParaRPr lang="zh-CN" altLang="en-US"/>
            </a:p>
          </p:txBody>
        </p:sp>
        <p:sp>
          <p:nvSpPr>
            <p:cNvPr id="23" name="箭头: 右 22">
              <a:extLst>
                <a:ext uri="{FF2B5EF4-FFF2-40B4-BE49-F238E27FC236}">
                  <a16:creationId xmlns:a16="http://schemas.microsoft.com/office/drawing/2014/main" id="{8541AF97-D415-7F28-5EE2-3D3BF1B5D793}"/>
                </a:ext>
              </a:extLst>
            </p:cNvPr>
            <p:cNvSpPr/>
            <p:nvPr/>
          </p:nvSpPr>
          <p:spPr>
            <a:xfrm rot="12677660">
              <a:off x="6363040" y="4530705"/>
              <a:ext cx="839379" cy="358194"/>
            </a:xfrm>
            <a:prstGeom prst="rightArrow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7CDEA49F-1965-8F07-ABAC-D4B1AFB437CE}"/>
                </a:ext>
              </a:extLst>
            </p:cNvPr>
            <p:cNvSpPr txBox="1"/>
            <p:nvPr/>
          </p:nvSpPr>
          <p:spPr>
            <a:xfrm>
              <a:off x="7748738" y="3889364"/>
              <a:ext cx="865943" cy="369332"/>
            </a:xfrm>
            <a:prstGeom prst="rect">
              <a:avLst/>
            </a:prstGeom>
            <a:solidFill>
              <a:srgbClr val="FFFF00"/>
            </a:solidFill>
            <a:ln w="1905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CAN H</a:t>
              </a:r>
              <a:endParaRPr lang="zh-CN" altLang="en-US"/>
            </a:p>
          </p:txBody>
        </p:sp>
        <p:sp>
          <p:nvSpPr>
            <p:cNvPr id="25" name="箭头: 右 24">
              <a:extLst>
                <a:ext uri="{FF2B5EF4-FFF2-40B4-BE49-F238E27FC236}">
                  <a16:creationId xmlns:a16="http://schemas.microsoft.com/office/drawing/2014/main" id="{DEB6C121-B475-978F-9F2E-B3B55C28F4C4}"/>
                </a:ext>
              </a:extLst>
            </p:cNvPr>
            <p:cNvSpPr/>
            <p:nvPr/>
          </p:nvSpPr>
          <p:spPr>
            <a:xfrm rot="12677660">
              <a:off x="6877390" y="3664951"/>
              <a:ext cx="839379" cy="358194"/>
            </a:xfrm>
            <a:prstGeom prst="rightArrow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箭头: 右 25">
              <a:extLst>
                <a:ext uri="{FF2B5EF4-FFF2-40B4-BE49-F238E27FC236}">
                  <a16:creationId xmlns:a16="http://schemas.microsoft.com/office/drawing/2014/main" id="{21A362A3-D7EB-CC90-F1B7-26A7AFE869C9}"/>
                </a:ext>
              </a:extLst>
            </p:cNvPr>
            <p:cNvSpPr/>
            <p:nvPr/>
          </p:nvSpPr>
          <p:spPr>
            <a:xfrm rot="12677660">
              <a:off x="7039315" y="1900388"/>
              <a:ext cx="839379" cy="358194"/>
            </a:xfrm>
            <a:prstGeom prst="rightArrow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8" name="图片 27">
            <a:extLst>
              <a:ext uri="{FF2B5EF4-FFF2-40B4-BE49-F238E27FC236}">
                <a16:creationId xmlns:a16="http://schemas.microsoft.com/office/drawing/2014/main" id="{41346A14-EE1C-7353-E21B-446BFEC9B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499" y="1451267"/>
            <a:ext cx="4864025" cy="341600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B643896-35DF-69B0-6EF4-54FAA447C32B}"/>
              </a:ext>
            </a:extLst>
          </p:cNvPr>
          <p:cNvSpPr txBox="1"/>
          <p:nvPr/>
        </p:nvSpPr>
        <p:spPr>
          <a:xfrm>
            <a:off x="7286625" y="820149"/>
            <a:ext cx="2688557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altLang="zh-CN" b="1"/>
              <a:t>Wire connection layout </a:t>
            </a:r>
            <a:endParaRPr lang="zh-CN" altLang="en-US" b="1"/>
          </a:p>
        </p:txBody>
      </p:sp>
    </p:spTree>
    <p:extLst>
      <p:ext uri="{BB962C8B-B14F-4D97-AF65-F5344CB8AC3E}">
        <p14:creationId xmlns:p14="http://schemas.microsoft.com/office/powerpoint/2010/main" val="2560910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>
            <a:extLst>
              <a:ext uri="{FF2B5EF4-FFF2-40B4-BE49-F238E27FC236}">
                <a16:creationId xmlns:a16="http://schemas.microsoft.com/office/drawing/2014/main" id="{78DDBE6A-972F-FDF6-108B-22743540A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85" y="705780"/>
            <a:ext cx="7166740" cy="406033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AD1047D-8353-60F2-52A3-D03BDEBA1996}"/>
              </a:ext>
            </a:extLst>
          </p:cNvPr>
          <p:cNvSpPr txBox="1"/>
          <p:nvPr/>
        </p:nvSpPr>
        <p:spPr>
          <a:xfrm>
            <a:off x="7469692" y="990593"/>
            <a:ext cx="4722308" cy="313932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altLang="zh-CN" b="1"/>
              <a:t>SW reflash guideline for Generic CAN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/>
              <a:t>Select the port of computer which connect the reflash box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/>
              <a:t>Click “Open”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/>
              <a:t>Choose the hex file (software) need to be </a:t>
            </a:r>
            <a:r>
              <a:rPr lang="en-US" altLang="zh-CN" err="1"/>
              <a:t>reflashed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en-US" altLang="zh-CN"/>
              <a:t>Select “Microchip-CAN”, set the value as showed.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/>
              <a:t>Click “Download”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/>
              <a:t>Wait until the process to 100%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err="1"/>
              <a:t>Reclick</a:t>
            </a:r>
            <a:r>
              <a:rPr lang="en-US" altLang="zh-CN"/>
              <a:t> “Download”</a:t>
            </a:r>
            <a:r>
              <a:rPr lang="zh-CN" altLang="en-US"/>
              <a:t> </a:t>
            </a:r>
            <a:r>
              <a:rPr lang="en-US" altLang="zh-CN"/>
              <a:t>if</a:t>
            </a:r>
            <a:r>
              <a:rPr lang="zh-CN" altLang="en-US"/>
              <a:t> </a:t>
            </a:r>
            <a:r>
              <a:rPr lang="en-US" altLang="zh-CN"/>
              <a:t>reflash </a:t>
            </a:r>
            <a:r>
              <a:rPr lang="en-US" altLang="zh-CN" err="1"/>
              <a:t>unsucessfully</a:t>
            </a:r>
            <a:endParaRPr lang="en-US" altLang="zh-CN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D8C5564-FA5B-1FC2-659D-212576646FC5}"/>
              </a:ext>
            </a:extLst>
          </p:cNvPr>
          <p:cNvSpPr txBox="1"/>
          <p:nvPr/>
        </p:nvSpPr>
        <p:spPr>
          <a:xfrm>
            <a:off x="0" y="1084581"/>
            <a:ext cx="914757" cy="2862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1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E34A808-158A-387F-C61B-30A2C4FF37E7}"/>
              </a:ext>
            </a:extLst>
          </p:cNvPr>
          <p:cNvSpPr txBox="1"/>
          <p:nvPr/>
        </p:nvSpPr>
        <p:spPr>
          <a:xfrm>
            <a:off x="-1" y="2060177"/>
            <a:ext cx="914757" cy="2862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2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259472F-5D9A-82E7-135E-B513A4753AA5}"/>
              </a:ext>
            </a:extLst>
          </p:cNvPr>
          <p:cNvSpPr txBox="1"/>
          <p:nvPr/>
        </p:nvSpPr>
        <p:spPr>
          <a:xfrm>
            <a:off x="1889497" y="1313394"/>
            <a:ext cx="914757" cy="2862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3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C932181-7744-8DDA-329B-A9128832C1A4}"/>
              </a:ext>
            </a:extLst>
          </p:cNvPr>
          <p:cNvSpPr txBox="1"/>
          <p:nvPr/>
        </p:nvSpPr>
        <p:spPr>
          <a:xfrm>
            <a:off x="4621349" y="2060177"/>
            <a:ext cx="1335296" cy="25853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4</a:t>
            </a:r>
          </a:p>
          <a:p>
            <a:endParaRPr lang="en-US" altLang="zh-CN">
              <a:solidFill>
                <a:srgbClr val="FF0000"/>
              </a:solidFill>
            </a:endParaRPr>
          </a:p>
          <a:p>
            <a:endParaRPr lang="en-US" altLang="zh-CN">
              <a:solidFill>
                <a:srgbClr val="FF0000"/>
              </a:solidFill>
            </a:endParaRPr>
          </a:p>
          <a:p>
            <a:endParaRPr lang="en-US" altLang="zh-CN">
              <a:solidFill>
                <a:srgbClr val="FF0000"/>
              </a:solidFill>
            </a:endParaRPr>
          </a:p>
          <a:p>
            <a:endParaRPr lang="en-US" altLang="zh-CN">
              <a:solidFill>
                <a:srgbClr val="FF0000"/>
              </a:solidFill>
            </a:endParaRPr>
          </a:p>
          <a:p>
            <a:endParaRPr lang="en-US" altLang="zh-CN">
              <a:solidFill>
                <a:srgbClr val="FF0000"/>
              </a:solidFill>
            </a:endParaRPr>
          </a:p>
          <a:p>
            <a:endParaRPr lang="en-US" altLang="zh-CN">
              <a:solidFill>
                <a:srgbClr val="FF0000"/>
              </a:solidFill>
            </a:endParaRPr>
          </a:p>
          <a:p>
            <a:endParaRPr lang="en-US" altLang="zh-CN">
              <a:solidFill>
                <a:srgbClr val="FF0000"/>
              </a:solidFill>
            </a:endParaRPr>
          </a:p>
          <a:p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DE28193-EAED-B4F4-8D9F-3424F169A9A0}"/>
              </a:ext>
            </a:extLst>
          </p:cNvPr>
          <p:cNvSpPr txBox="1"/>
          <p:nvPr/>
        </p:nvSpPr>
        <p:spPr>
          <a:xfrm>
            <a:off x="5969221" y="2203277"/>
            <a:ext cx="779793" cy="2862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5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2AE10EA-D4F2-F814-FD7E-23524D695E5D}"/>
              </a:ext>
            </a:extLst>
          </p:cNvPr>
          <p:cNvSpPr txBox="1"/>
          <p:nvPr/>
        </p:nvSpPr>
        <p:spPr>
          <a:xfrm>
            <a:off x="914757" y="2464842"/>
            <a:ext cx="2749491" cy="3500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6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5984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框 32">
            <a:extLst>
              <a:ext uri="{FF2B5EF4-FFF2-40B4-BE49-F238E27FC236}">
                <a16:creationId xmlns:a16="http://schemas.microsoft.com/office/drawing/2014/main" id="{19488AED-E37F-59B9-B59C-F498CC548CC2}"/>
              </a:ext>
            </a:extLst>
          </p:cNvPr>
          <p:cNvSpPr txBox="1"/>
          <p:nvPr/>
        </p:nvSpPr>
        <p:spPr>
          <a:xfrm>
            <a:off x="1417589" y="4456129"/>
            <a:ext cx="10586073" cy="2031325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altLang="zh-CN" b="1"/>
              <a:t>Check the function after reflash</a:t>
            </a:r>
          </a:p>
          <a:p>
            <a:r>
              <a:rPr lang="en-US" altLang="zh-CN"/>
              <a:t>1 to 4: choose the “</a:t>
            </a:r>
            <a:r>
              <a:rPr lang="en-US" altLang="zh-CN" err="1"/>
              <a:t>dbc</a:t>
            </a:r>
            <a:r>
              <a:rPr lang="en-US" altLang="zh-CN"/>
              <a:t>” file to operate the pump</a:t>
            </a:r>
            <a:r>
              <a:rPr lang="zh-CN" altLang="en-US"/>
              <a:t>，</a:t>
            </a:r>
            <a:r>
              <a:rPr lang="en-US" altLang="zh-CN"/>
              <a:t>click “open” (green area) to “close” status.</a:t>
            </a:r>
          </a:p>
          <a:p>
            <a:r>
              <a:rPr lang="en-US" altLang="zh-CN"/>
              <a:t>5: Select “True”</a:t>
            </a:r>
          </a:p>
          <a:p>
            <a:r>
              <a:rPr lang="en-US" altLang="zh-CN"/>
              <a:t>6: Tick “</a:t>
            </a:r>
            <a:r>
              <a:rPr lang="en-US" altLang="zh-CN" err="1"/>
              <a:t>NM_Range</a:t>
            </a:r>
            <a:r>
              <a:rPr lang="en-US" altLang="zh-CN"/>
              <a:t>”</a:t>
            </a:r>
          </a:p>
          <a:p>
            <a:r>
              <a:rPr lang="en-US" altLang="zh-CN"/>
              <a:t>7: Set 500 rpm (lowest operation speed to avoid damage)</a:t>
            </a:r>
          </a:p>
          <a:p>
            <a:r>
              <a:rPr lang="en-US" altLang="zh-CN"/>
              <a:t>8: Actual speed “500” run</a:t>
            </a:r>
            <a:r>
              <a:rPr lang="en-US" altLang="zh-CN">
                <a:solidFill>
                  <a:srgbClr val="FF0000"/>
                </a:solidFill>
              </a:rPr>
              <a:t> at most 5 seconds.</a:t>
            </a:r>
          </a:p>
          <a:p>
            <a:r>
              <a:rPr lang="en-US" altLang="zh-CN"/>
              <a:t>If no actual speed shows, try to check the setup of 1-8. If still not working , reflash it again.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B4F99AE-F6B5-50C8-E547-FF164060C1C6}"/>
              </a:ext>
            </a:extLst>
          </p:cNvPr>
          <p:cNvGrpSpPr/>
          <p:nvPr/>
        </p:nvGrpSpPr>
        <p:grpSpPr>
          <a:xfrm>
            <a:off x="0" y="1"/>
            <a:ext cx="6399577" cy="4244292"/>
            <a:chOff x="0" y="0"/>
            <a:chExt cx="6411162" cy="4396531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38ABA2AA-3B3C-FCDF-47DB-56CAB6AA9B50}"/>
                </a:ext>
              </a:extLst>
            </p:cNvPr>
            <p:cNvGrpSpPr/>
            <p:nvPr/>
          </p:nvGrpSpPr>
          <p:grpSpPr>
            <a:xfrm>
              <a:off x="0" y="0"/>
              <a:ext cx="6411162" cy="4396531"/>
              <a:chOff x="0" y="7645"/>
              <a:chExt cx="7881066" cy="5479703"/>
            </a:xfrm>
          </p:grpSpPr>
          <p:pic>
            <p:nvPicPr>
              <p:cNvPr id="24" name="图片 23">
                <a:extLst>
                  <a:ext uri="{FF2B5EF4-FFF2-40B4-BE49-F238E27FC236}">
                    <a16:creationId xmlns:a16="http://schemas.microsoft.com/office/drawing/2014/main" id="{33CAD562-FD71-528F-5DF9-F744A47C85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7645"/>
                <a:ext cx="7881066" cy="5479703"/>
              </a:xfrm>
              <a:prstGeom prst="rect">
                <a:avLst/>
              </a:prstGeom>
            </p:spPr>
          </p:pic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5DF16759-9559-B02A-DF3F-9C3627FAE466}"/>
                  </a:ext>
                </a:extLst>
              </p:cNvPr>
              <p:cNvSpPr/>
              <p:nvPr/>
            </p:nvSpPr>
            <p:spPr>
              <a:xfrm>
                <a:off x="1039976" y="331066"/>
                <a:ext cx="584717" cy="24043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FBC36600-43A5-2C19-149A-D836724A01CE}"/>
                  </a:ext>
                </a:extLst>
              </p:cNvPr>
              <p:cNvSpPr/>
              <p:nvPr/>
            </p:nvSpPr>
            <p:spPr>
              <a:xfrm>
                <a:off x="3059953" y="1235885"/>
                <a:ext cx="1756976" cy="28267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3AE088E7-417A-C491-6444-C148619645D1}"/>
                  </a:ext>
                </a:extLst>
              </p:cNvPr>
              <p:cNvSpPr/>
              <p:nvPr/>
            </p:nvSpPr>
            <p:spPr>
              <a:xfrm>
                <a:off x="1231641" y="597412"/>
                <a:ext cx="948223" cy="24043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6AA67E15-96C2-E43B-1A33-9680D4AD102B}"/>
                  </a:ext>
                </a:extLst>
              </p:cNvPr>
              <p:cNvSpPr/>
              <p:nvPr/>
            </p:nvSpPr>
            <p:spPr>
              <a:xfrm>
                <a:off x="3216952" y="3673929"/>
                <a:ext cx="2359255" cy="25754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A6B7D0C0-7CBC-5F1E-11DC-9FFA1C4244B8}"/>
                  </a:ext>
                </a:extLst>
              </p:cNvPr>
              <p:cNvSpPr txBox="1"/>
              <p:nvPr/>
            </p:nvSpPr>
            <p:spPr>
              <a:xfrm>
                <a:off x="1589141" y="140822"/>
                <a:ext cx="233221" cy="3043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>
                    <a:solidFill>
                      <a:srgbClr val="FF0000"/>
                    </a:solidFill>
                  </a:rPr>
                  <a:t>1</a:t>
                </a:r>
                <a:endParaRPr lang="zh-CN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CC43EBCC-E932-E580-F0B8-75589E55B3F1}"/>
                  </a:ext>
                </a:extLst>
              </p:cNvPr>
              <p:cNvSpPr txBox="1"/>
              <p:nvPr/>
            </p:nvSpPr>
            <p:spPr>
              <a:xfrm>
                <a:off x="2130197" y="513979"/>
                <a:ext cx="233221" cy="3043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>
                    <a:solidFill>
                      <a:srgbClr val="FF0000"/>
                    </a:solidFill>
                  </a:rPr>
                  <a:t>2</a:t>
                </a:r>
                <a:endParaRPr lang="zh-CN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E8E787E0-B6EA-B1EB-5C67-1607283E36D5}"/>
                  </a:ext>
                </a:extLst>
              </p:cNvPr>
              <p:cNvSpPr txBox="1"/>
              <p:nvPr/>
            </p:nvSpPr>
            <p:spPr>
              <a:xfrm>
                <a:off x="4782618" y="1047743"/>
                <a:ext cx="233221" cy="3043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>
                    <a:solidFill>
                      <a:srgbClr val="FF0000"/>
                    </a:solidFill>
                  </a:rPr>
                  <a:t>3</a:t>
                </a:r>
                <a:endParaRPr lang="zh-CN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F223CF06-7917-DD16-01ED-5CC70F38F281}"/>
                  </a:ext>
                </a:extLst>
              </p:cNvPr>
              <p:cNvSpPr txBox="1"/>
              <p:nvPr/>
            </p:nvSpPr>
            <p:spPr>
              <a:xfrm>
                <a:off x="5470329" y="3380135"/>
                <a:ext cx="233221" cy="3043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>
                    <a:solidFill>
                      <a:srgbClr val="FF0000"/>
                    </a:solidFill>
                  </a:rPr>
                  <a:t>4</a:t>
                </a:r>
                <a:endParaRPr lang="zh-CN" altLang="en-US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3A7CA746-4D65-8EA3-4E8D-5EF65EB47F6D}"/>
                </a:ext>
              </a:extLst>
            </p:cNvPr>
            <p:cNvSpPr/>
            <p:nvPr/>
          </p:nvSpPr>
          <p:spPr>
            <a:xfrm>
              <a:off x="42313" y="1691890"/>
              <a:ext cx="717314" cy="243590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E623E456-DBBC-90B9-9535-F1D9AC55E551}"/>
              </a:ext>
            </a:extLst>
          </p:cNvPr>
          <p:cNvGrpSpPr/>
          <p:nvPr/>
        </p:nvGrpSpPr>
        <p:grpSpPr>
          <a:xfrm>
            <a:off x="6472875" y="101427"/>
            <a:ext cx="5586419" cy="4162664"/>
            <a:chOff x="6407759" y="101426"/>
            <a:chExt cx="5651535" cy="4295105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067337B7-546C-6B3A-C434-AEB6AB508C52}"/>
                </a:ext>
              </a:extLst>
            </p:cNvPr>
            <p:cNvGrpSpPr/>
            <p:nvPr/>
          </p:nvGrpSpPr>
          <p:grpSpPr>
            <a:xfrm>
              <a:off x="6407759" y="101426"/>
              <a:ext cx="5651535" cy="4295105"/>
              <a:chOff x="4173582" y="229127"/>
              <a:chExt cx="7437980" cy="6126243"/>
            </a:xfrm>
          </p:grpSpPr>
          <p:pic>
            <p:nvPicPr>
              <p:cNvPr id="14" name="图片 13">
                <a:extLst>
                  <a:ext uri="{FF2B5EF4-FFF2-40B4-BE49-F238E27FC236}">
                    <a16:creationId xmlns:a16="http://schemas.microsoft.com/office/drawing/2014/main" id="{016484AC-4F45-51CD-5A99-A5E72E8B54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3582" y="229127"/>
                <a:ext cx="7437980" cy="6126243"/>
              </a:xfrm>
              <a:prstGeom prst="rect">
                <a:avLst/>
              </a:prstGeom>
            </p:spPr>
          </p:pic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928A381B-0D14-BAB6-2C3C-50C0F09E1BDF}"/>
                  </a:ext>
                </a:extLst>
              </p:cNvPr>
              <p:cNvSpPr/>
              <p:nvPr/>
            </p:nvSpPr>
            <p:spPr>
              <a:xfrm>
                <a:off x="9032903" y="5865854"/>
                <a:ext cx="980440" cy="18288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0FDD1A97-9F35-CFF7-B13B-68610E99A486}"/>
                  </a:ext>
                </a:extLst>
              </p:cNvPr>
              <p:cNvSpPr/>
              <p:nvPr/>
            </p:nvSpPr>
            <p:spPr>
              <a:xfrm>
                <a:off x="5910847" y="6048734"/>
                <a:ext cx="980440" cy="18288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7F620DE1-3F30-ED4E-A338-4681EF741606}"/>
                  </a:ext>
                </a:extLst>
              </p:cNvPr>
              <p:cNvSpPr/>
              <p:nvPr/>
            </p:nvSpPr>
            <p:spPr>
              <a:xfrm>
                <a:off x="8987183" y="4682435"/>
                <a:ext cx="980440" cy="18288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9C303F09-2085-D31A-18B8-9E13AFD85BD9}"/>
                  </a:ext>
                </a:extLst>
              </p:cNvPr>
              <p:cNvSpPr txBox="1"/>
              <p:nvPr/>
            </p:nvSpPr>
            <p:spPr>
              <a:xfrm>
                <a:off x="9667144" y="5496522"/>
                <a:ext cx="364996" cy="40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>
                    <a:solidFill>
                      <a:srgbClr val="FF0000"/>
                    </a:solidFill>
                  </a:rPr>
                  <a:t>5</a:t>
                </a:r>
                <a:endParaRPr lang="zh-CN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52316CFD-8923-2D02-0168-26F25445E8AC}"/>
                  </a:ext>
                </a:extLst>
              </p:cNvPr>
              <p:cNvSpPr txBox="1"/>
              <p:nvPr/>
            </p:nvSpPr>
            <p:spPr>
              <a:xfrm>
                <a:off x="6988879" y="5920733"/>
                <a:ext cx="364996" cy="40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>
                    <a:solidFill>
                      <a:srgbClr val="FF0000"/>
                    </a:solidFill>
                  </a:rPr>
                  <a:t>6</a:t>
                </a:r>
                <a:endParaRPr lang="zh-CN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C7E0819E-07DA-F54D-E35B-916DE7A32B17}"/>
                  </a:ext>
                </a:extLst>
              </p:cNvPr>
              <p:cNvSpPr txBox="1"/>
              <p:nvPr/>
            </p:nvSpPr>
            <p:spPr>
              <a:xfrm>
                <a:off x="8680689" y="4497769"/>
                <a:ext cx="364996" cy="40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>
                    <a:solidFill>
                      <a:srgbClr val="FF0000"/>
                    </a:solidFill>
                  </a:rPr>
                  <a:t>7</a:t>
                </a:r>
                <a:endParaRPr lang="zh-CN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293CDB4-9F6C-66C6-E2C3-C76642C25E1A}"/>
                  </a:ext>
                </a:extLst>
              </p:cNvPr>
              <p:cNvSpPr txBox="1"/>
              <p:nvPr/>
            </p:nvSpPr>
            <p:spPr>
              <a:xfrm>
                <a:off x="8659338" y="1506974"/>
                <a:ext cx="364996" cy="40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>
                    <a:solidFill>
                      <a:srgbClr val="FF0000"/>
                    </a:solidFill>
                  </a:rPr>
                  <a:t>8</a:t>
                </a:r>
                <a:endParaRPr lang="zh-CN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8F1C0838-C857-E7D3-6A80-AAC9680AACC7}"/>
                  </a:ext>
                </a:extLst>
              </p:cNvPr>
              <p:cNvSpPr/>
              <p:nvPr/>
            </p:nvSpPr>
            <p:spPr>
              <a:xfrm>
                <a:off x="8983870" y="1600200"/>
                <a:ext cx="980440" cy="18288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CA1E683C-538A-7D28-1F26-0C2468E1FF42}"/>
                </a:ext>
              </a:extLst>
            </p:cNvPr>
            <p:cNvSpPr/>
            <p:nvPr/>
          </p:nvSpPr>
          <p:spPr>
            <a:xfrm>
              <a:off x="6468715" y="1737610"/>
              <a:ext cx="717314" cy="243590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42114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21BB0805-8B4F-898F-3D4F-7991160D8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163" y="600075"/>
            <a:ext cx="8829675" cy="56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EB1A423-5AF4-0BEE-B9E5-6BE50D250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543" y="5605450"/>
            <a:ext cx="276264" cy="181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B3FDE0C-D363-FD75-BC94-983AA8AE5A89}"/>
              </a:ext>
            </a:extLst>
          </p:cNvPr>
          <p:cNvSpPr txBox="1"/>
          <p:nvPr/>
        </p:nvSpPr>
        <p:spPr>
          <a:xfrm>
            <a:off x="5518539" y="5542061"/>
            <a:ext cx="354584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200" b="1"/>
              <a:t>15</a:t>
            </a:r>
            <a:endParaRPr lang="zh-CN" altLang="en-US" sz="1200" b="1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92BD39E-9ED7-0B76-852E-A541273CDF48}"/>
              </a:ext>
            </a:extLst>
          </p:cNvPr>
          <p:cNvSpPr txBox="1"/>
          <p:nvPr/>
        </p:nvSpPr>
        <p:spPr>
          <a:xfrm>
            <a:off x="3192009" y="3600450"/>
            <a:ext cx="2227715" cy="307777"/>
          </a:xfrm>
          <a:prstGeom prst="rect">
            <a:avLst/>
          </a:prstGeom>
          <a:solidFill>
            <a:srgbClr val="EA8E88"/>
          </a:solidFill>
        </p:spPr>
        <p:txBody>
          <a:bodyPr wrap="square" rtlCol="0">
            <a:spAutoFit/>
          </a:bodyPr>
          <a:lstStyle/>
          <a:p>
            <a:r>
              <a:rPr lang="en-US" altLang="zh-CN" sz="1400"/>
              <a:t>Undervoltage</a:t>
            </a:r>
            <a:r>
              <a:rPr lang="zh-CN" altLang="en-US" sz="1400"/>
              <a:t>（＜</a:t>
            </a:r>
            <a:r>
              <a:rPr lang="en-US" altLang="zh-CN" sz="1400"/>
              <a:t>15.5V</a:t>
            </a:r>
            <a:r>
              <a:rPr lang="zh-CN" altLang="en-US" sz="1400"/>
              <a:t>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9C9C1E9-6826-B1E6-75BC-CDA0CAAF5EDE}"/>
              </a:ext>
            </a:extLst>
          </p:cNvPr>
          <p:cNvSpPr txBox="1"/>
          <p:nvPr/>
        </p:nvSpPr>
        <p:spPr>
          <a:xfrm>
            <a:off x="6003634" y="5409783"/>
            <a:ext cx="96390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36621D-3CD8-F2CA-1C7C-52151DC5DE61}"/>
              </a:ext>
            </a:extLst>
          </p:cNvPr>
          <p:cNvSpPr txBox="1"/>
          <p:nvPr/>
        </p:nvSpPr>
        <p:spPr>
          <a:xfrm>
            <a:off x="5116590" y="5411258"/>
            <a:ext cx="42887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3133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D8E91EC6513A947A2CB4053166F284F" ma:contentTypeVersion="16" ma:contentTypeDescription="Ein neues Dokument erstellen." ma:contentTypeScope="" ma:versionID="5de4fc77d53bffd3c913c768b13131ab">
  <xsd:schema xmlns:xsd="http://www.w3.org/2001/XMLSchema" xmlns:xs="http://www.w3.org/2001/XMLSchema" xmlns:p="http://schemas.microsoft.com/office/2006/metadata/properties" xmlns:ns2="7da92193-6cd4-4fe5-9d89-7653dbb2b5fd" xmlns:ns3="40be27e6-2735-47cf-a874-013fcbf5bfbf" targetNamespace="http://schemas.microsoft.com/office/2006/metadata/properties" ma:root="true" ma:fieldsID="60b5f83da3e45eda0fc68f1eb5c5c8af" ns2:_="" ns3:_="">
    <xsd:import namespace="7da92193-6cd4-4fe5-9d89-7653dbb2b5fd"/>
    <xsd:import namespace="40be27e6-2735-47cf-a874-013fcbf5bfb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CR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a92193-6cd4-4fe5-9d89-7653dbb2b5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Bildmarkierungen" ma:readOnly="false" ma:fieldId="{5cf76f15-5ced-4ddc-b409-7134ff3c332f}" ma:taxonomyMulti="true" ma:sspId="249b41db-b2c2-49c9-9f93-95270995eb2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be27e6-2735-47cf-a874-013fcbf5bfb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9857ae5d-715b-4be3-8347-d38844b0ab0a}" ma:internalName="TaxCatchAll" ma:showField="CatchAllData" ma:web="40be27e6-2735-47cf-a874-013fcbf5bfb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0be27e6-2735-47cf-a874-013fcbf5bfbf" xsi:nil="true"/>
    <lcf76f155ced4ddcb4097134ff3c332f xmlns="7da92193-6cd4-4fe5-9d89-7653dbb2b5fd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2B069C7-4979-4020-BED9-B3BBF1439BE1}">
  <ds:schemaRefs>
    <ds:schemaRef ds:uri="40be27e6-2735-47cf-a874-013fcbf5bfbf"/>
    <ds:schemaRef ds:uri="7da92193-6cd4-4fe5-9d89-7653dbb2b5f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E11714C-9F0F-47DE-B836-01D6B59585C3}">
  <ds:schemaRefs>
    <ds:schemaRef ds:uri="40be27e6-2735-47cf-a874-013fcbf5bfbf"/>
    <ds:schemaRef ds:uri="7da92193-6cd4-4fe5-9d89-7653dbb2b5f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D6C27D6-AB7F-4947-AEDD-1C3FE45A7FB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0</Notes>
  <HiddenSlides>4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主题​​</vt:lpstr>
      <vt:lpstr>PowerPoint Presentation</vt:lpstr>
      <vt:lpstr>SCANIA&amp;MAN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MAHLE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Jason Zong</dc:creator>
  <cp:revision>1</cp:revision>
  <dcterms:created xsi:type="dcterms:W3CDTF">2024-12-25T07:20:32Z</dcterms:created>
  <dcterms:modified xsi:type="dcterms:W3CDTF">2025-12-01T08:11:29Z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c72bc7c-1559-43e6-8719-ab74cb663232_Enabled">
    <vt:lpwstr>true</vt:lpwstr>
  </property>
  <property fmtid="{D5CDD505-2E9C-101B-9397-08002B2CF9AE}" pid="3" name="MSIP_Label_0c72bc7c-1559-43e6-8719-ab74cb663232_SetDate">
    <vt:lpwstr>2024-12-25T07:20:41Z</vt:lpwstr>
  </property>
  <property fmtid="{D5CDD505-2E9C-101B-9397-08002B2CF9AE}" pid="4" name="MSIP_Label_0c72bc7c-1559-43e6-8719-ab74cb663232_Method">
    <vt:lpwstr>Standard</vt:lpwstr>
  </property>
  <property fmtid="{D5CDD505-2E9C-101B-9397-08002B2CF9AE}" pid="5" name="MSIP_Label_0c72bc7c-1559-43e6-8719-ab74cb663232_Name">
    <vt:lpwstr>MAHLE internal (CL2)</vt:lpwstr>
  </property>
  <property fmtid="{D5CDD505-2E9C-101B-9397-08002B2CF9AE}" pid="6" name="MSIP_Label_0c72bc7c-1559-43e6-8719-ab74cb663232_SiteId">
    <vt:lpwstr>e396b7c6-05f6-47d7-bef7-e89a9de9fd6c</vt:lpwstr>
  </property>
  <property fmtid="{D5CDD505-2E9C-101B-9397-08002B2CF9AE}" pid="7" name="MSIP_Label_0c72bc7c-1559-43e6-8719-ab74cb663232_ActionId">
    <vt:lpwstr>6352d012-ff6e-4a15-9855-c08fd0c7a652</vt:lpwstr>
  </property>
  <property fmtid="{D5CDD505-2E9C-101B-9397-08002B2CF9AE}" pid="8" name="MSIP_Label_0c72bc7c-1559-43e6-8719-ab74cb663232_ContentBits">
    <vt:lpwstr>2</vt:lpwstr>
  </property>
  <property fmtid="{D5CDD505-2E9C-101B-9397-08002B2CF9AE}" pid="9" name="ClassificationContentMarkingFooterLocations">
    <vt:lpwstr>Office 主题​​:8</vt:lpwstr>
  </property>
  <property fmtid="{D5CDD505-2E9C-101B-9397-08002B2CF9AE}" pid="10" name="ClassificationContentMarkingFooterText">
    <vt:lpwstr>MAHLE internal (CL2)</vt:lpwstr>
  </property>
  <property fmtid="{D5CDD505-2E9C-101B-9397-08002B2CF9AE}" pid="11" name="ContentTypeId">
    <vt:lpwstr>0x010100AD8E91EC6513A947A2CB4053166F284F</vt:lpwstr>
  </property>
  <property fmtid="{D5CDD505-2E9C-101B-9397-08002B2CF9AE}" pid="12" name="MediaServiceImageTags">
    <vt:lpwstr/>
  </property>
</Properties>
</file>