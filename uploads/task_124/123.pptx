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C3B1F-B0F7-0F53-66FC-7FF8389B7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B3CE4E-D460-E3A9-A486-65D144D5F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32C79-8FB4-6032-4478-EF4AB543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EAE34E-02F7-7F34-8203-A2AB43A5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BA2F4-FD76-B878-0218-9F2AF5B3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91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BD3C9-CA39-5EE5-FD11-5E4BDFD5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53F2F-5195-D531-E3EC-7B31680F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C0140-9D20-E613-40A0-692BE310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E71FA-E0E8-89FF-52AE-7A12DAC9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9B619-1925-321A-4CCC-4BDC404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72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388E8-07DE-91A3-97C5-7CB7697E6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7D6332-9757-C967-ED31-D44E2C613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B40DF1-8BEB-EF20-FD9E-5132F3A3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4A0B5-C857-B254-EFB9-FEC6E5B9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0DFFE-4118-44E4-2C8A-563BE1B2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2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79BBE-5210-6FE8-5AB8-6984E4EB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9DCA6-A95A-267D-6ED0-751814BC1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2AACC1-2590-8C7A-97C9-46D13AC47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F93CCD-82A5-A426-725E-F2BB2901E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E96EA2-AE4B-E221-938E-63B10FC4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58A474-8AD7-1EE1-F03A-634DB84C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75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B1381-4C64-A3C9-54D4-C983917B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A4A0F-6B13-CB24-F5F5-3ECDA997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1BF58D-895B-A563-D9E3-CF8A6A02F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4B906E-45DC-F3EB-CE22-7D5B14EA6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99C7A8-3ACC-9C44-E095-A19B2A631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299D0C-183F-8325-912E-DAA6A610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43DE9A-D118-3864-9030-3C6B1629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36B589-36C8-71AB-633B-803DC3D6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12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C91DF-EA53-8E3B-75D7-BA01BFDD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698C30-6A7E-8E5F-2D31-E3A708AB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70ACAA-9CE0-AAB6-C6F0-4AA6A3C0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93AF31-3872-02FA-E63A-D3EA5DFF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3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A3F903-E9AA-8E9B-4C3D-2567DFDF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A81342-8AD5-D75A-800E-5492B2E6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19A37-9633-33FA-3C16-CD89D2A6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1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8F0E6-05D5-1BEA-C37A-A9575918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87B47-47CB-F614-E6BA-B26C03867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C59068-2AC1-1ACD-CCA1-7B1321FBB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678BE-EDFC-CCB5-5F70-A3965AC3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903FF0-D083-EB73-0C26-DC6966F1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F80902-C808-0997-4DD8-9E659782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37BAB-7C3E-DCDD-46ED-3EE71EBF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635EB9-0160-41CF-5CC1-5F581A36E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4AF30B-9E1F-D496-1047-B90EFFA5E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95B1A5-DC37-4AF3-C95F-931DD50A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C44E9F-AE1D-66CD-D9C8-44C48C1F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224230-0E34-5E6A-9DF5-DDCE3C9C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6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697D0-7A0E-35B9-1746-EB74584C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45BD6F-9667-4641-084D-73EE5720F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1E7D9-24F0-B197-00F2-4BE18177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E9D031-B851-B3E9-4396-C37DB539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1BB72-0B2F-9BAF-7A2A-71ABD70F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50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305096-236E-6C34-8A20-CADA67CC6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487E86-12EE-9993-1D1A-9F937DA05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FD200F-2F6C-7C64-134E-B6A144C9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00614-E34A-B26F-CC36-D69D09A2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4C7D0-5BE6-BB5E-747E-8C2311DE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85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3EEC4E-919D-58BE-89EF-174A28EA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BE7AEF-1D71-B19E-83F7-20877F9B7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F4A84-BFE2-4E29-40C9-F7A9753C3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C5C56-A136-4BAD-ACB5-825D2B836283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526D6-A774-FE90-6F8C-74ECA15E4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3918A-14FF-60E3-14E9-CD751AA82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965A1A-3BB4-D2EA-DA6B-5120DCCEE1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323862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1D9C3AA-F464-81F6-7544-A98662808012}"/>
              </a:ext>
            </a:extLst>
          </p:cNvPr>
          <p:cNvSpPr/>
          <p:nvPr/>
        </p:nvSpPr>
        <p:spPr>
          <a:xfrm>
            <a:off x="997527" y="771298"/>
            <a:ext cx="3112655" cy="11453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云平台  </a:t>
            </a:r>
            <a:r>
              <a:rPr lang="en-US" altLang="zh-CN" dirty="0" err="1"/>
              <a:t>OneNet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825C47-8E13-18FD-D672-3D389FC75384}"/>
              </a:ext>
            </a:extLst>
          </p:cNvPr>
          <p:cNvSpPr/>
          <p:nvPr/>
        </p:nvSpPr>
        <p:spPr>
          <a:xfrm>
            <a:off x="701963" y="3352800"/>
            <a:ext cx="4119419" cy="2087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开发板 </a:t>
            </a:r>
            <a:r>
              <a:rPr lang="en-US" altLang="zh-CN" dirty="0"/>
              <a:t>+ 4G</a:t>
            </a:r>
            <a:r>
              <a:rPr lang="zh-CN" altLang="en-US" dirty="0"/>
              <a:t>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B64AC6-9D58-E630-F5A0-52555282EA60}"/>
              </a:ext>
            </a:extLst>
          </p:cNvPr>
          <p:cNvSpPr txBox="1"/>
          <p:nvPr/>
        </p:nvSpPr>
        <p:spPr>
          <a:xfrm>
            <a:off x="1348509" y="5717370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需要外接一个</a:t>
            </a:r>
            <a:r>
              <a:rPr lang="en-US" altLang="zh-CN" dirty="0"/>
              <a:t>CAN</a:t>
            </a:r>
            <a:r>
              <a:rPr lang="zh-CN" altLang="en-US" dirty="0"/>
              <a:t>收发模块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170AA8-D646-F31E-87F2-3FA6FAB31C36}"/>
              </a:ext>
            </a:extLst>
          </p:cNvPr>
          <p:cNvSpPr txBox="1"/>
          <p:nvPr/>
        </p:nvSpPr>
        <p:spPr>
          <a:xfrm>
            <a:off x="1348508" y="2110631"/>
            <a:ext cx="311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在中国移动云上传</a:t>
            </a:r>
            <a:r>
              <a:rPr lang="en-US" altLang="zh-CN" dirty="0"/>
              <a:t>hex</a:t>
            </a:r>
            <a:r>
              <a:rPr lang="zh-CN" altLang="en-US" dirty="0"/>
              <a:t>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34392F-FC4A-9CB4-C6B9-6F148C077DF0}"/>
              </a:ext>
            </a:extLst>
          </p:cNvPr>
          <p:cNvSpPr/>
          <p:nvPr/>
        </p:nvSpPr>
        <p:spPr>
          <a:xfrm>
            <a:off x="5985164" y="3814618"/>
            <a:ext cx="1597891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CAN</a:t>
            </a:r>
            <a:r>
              <a:rPr lang="zh-CN" altLang="en-US" dirty="0"/>
              <a:t>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0C211B-40B0-5723-F6C3-1DF1DF59784A}"/>
              </a:ext>
            </a:extLst>
          </p:cNvPr>
          <p:cNvSpPr/>
          <p:nvPr/>
        </p:nvSpPr>
        <p:spPr>
          <a:xfrm>
            <a:off x="8506691" y="3352800"/>
            <a:ext cx="3334327" cy="2087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升级的</a:t>
            </a:r>
            <a:r>
              <a:rPr lang="en-US" altLang="zh-CN" dirty="0"/>
              <a:t>ECU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91F2380-3153-9272-6B00-0A6A63F149AF}"/>
              </a:ext>
            </a:extLst>
          </p:cNvPr>
          <p:cNvCxnSpPr/>
          <p:nvPr/>
        </p:nvCxnSpPr>
        <p:spPr>
          <a:xfrm>
            <a:off x="7583055" y="4082473"/>
            <a:ext cx="9236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CE8B1F9-838E-FEB5-319E-7220183A9C9F}"/>
              </a:ext>
            </a:extLst>
          </p:cNvPr>
          <p:cNvCxnSpPr/>
          <p:nvPr/>
        </p:nvCxnSpPr>
        <p:spPr>
          <a:xfrm>
            <a:off x="7583055" y="4599709"/>
            <a:ext cx="9236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3C7AA00-F3C0-6E6E-639C-980B986BB0A3}"/>
              </a:ext>
            </a:extLst>
          </p:cNvPr>
          <p:cNvCxnSpPr/>
          <p:nvPr/>
        </p:nvCxnSpPr>
        <p:spPr>
          <a:xfrm>
            <a:off x="4821382" y="4221018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66CE2DF-07FA-B5FD-5AFB-F7949F210D82}"/>
              </a:ext>
            </a:extLst>
          </p:cNvPr>
          <p:cNvCxnSpPr/>
          <p:nvPr/>
        </p:nvCxnSpPr>
        <p:spPr>
          <a:xfrm>
            <a:off x="4821382" y="4599709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6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86FCCC-1936-185E-2934-330C93CD4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717" y="0"/>
            <a:ext cx="6772274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EA501F-2725-3393-DFCD-7E579F68A73C}"/>
              </a:ext>
            </a:extLst>
          </p:cNvPr>
          <p:cNvSpPr txBox="1"/>
          <p:nvPr/>
        </p:nvSpPr>
        <p:spPr>
          <a:xfrm>
            <a:off x="267855" y="452582"/>
            <a:ext cx="3186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OneNet</a:t>
            </a:r>
            <a:r>
              <a:rPr lang="zh-CN" altLang="en-US" dirty="0"/>
              <a:t>的服务器。 </a:t>
            </a:r>
            <a:endParaRPr lang="en-US" altLang="zh-CN" dirty="0"/>
          </a:p>
          <a:p>
            <a:r>
              <a:rPr lang="zh-CN" altLang="en-US" dirty="0"/>
              <a:t>其余都是收费的。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这一步是上传</a:t>
            </a:r>
            <a:r>
              <a:rPr lang="en-US" altLang="zh-CN" dirty="0"/>
              <a:t>hex</a:t>
            </a:r>
            <a:r>
              <a:rPr lang="zh-CN" altLang="en-US" dirty="0"/>
              <a:t>文件到服务器。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712675-03DC-28F4-0BC3-E6377F9C464C}"/>
              </a:ext>
            </a:extLst>
          </p:cNvPr>
          <p:cNvSpPr txBox="1"/>
          <p:nvPr/>
        </p:nvSpPr>
        <p:spPr>
          <a:xfrm>
            <a:off x="267855" y="4466426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如果自建服务器话，也有开发板</a:t>
            </a:r>
            <a:endParaRPr lang="en-US" altLang="zh-CN" dirty="0"/>
          </a:p>
          <a:p>
            <a:r>
              <a:rPr lang="zh-CN" altLang="en-US" dirty="0"/>
              <a:t>可以购买，需要开发服务器与租用</a:t>
            </a:r>
            <a:endParaRPr lang="en-US" altLang="zh-CN" dirty="0"/>
          </a:p>
          <a:p>
            <a:r>
              <a:rPr lang="zh-CN" altLang="en-US" dirty="0"/>
              <a:t>服务器。</a:t>
            </a:r>
          </a:p>
        </p:txBody>
      </p:sp>
    </p:spTree>
    <p:extLst>
      <p:ext uri="{BB962C8B-B14F-4D97-AF65-F5344CB8AC3E}">
        <p14:creationId xmlns:p14="http://schemas.microsoft.com/office/powerpoint/2010/main" val="390984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2C9553-AE2B-E393-288D-54ACAD701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75" y="131316"/>
            <a:ext cx="5201376" cy="63921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2DB509-411E-8A84-5C9B-A2443B5FE813}"/>
              </a:ext>
            </a:extLst>
          </p:cNvPr>
          <p:cNvSpPr txBox="1"/>
          <p:nvPr/>
        </p:nvSpPr>
        <p:spPr>
          <a:xfrm>
            <a:off x="6410035" y="1348508"/>
            <a:ext cx="381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这个步骤可以买开发板，有</a:t>
            </a:r>
            <a:r>
              <a:rPr lang="en-US" altLang="zh-CN" dirty="0"/>
              <a:t>demo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6989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0F76-0642-B168-19E5-52EFBC33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AA7E09-69C7-EC5B-8714-8ABABA05E5E4}"/>
              </a:ext>
            </a:extLst>
          </p:cNvPr>
          <p:cNvSpPr txBox="1"/>
          <p:nvPr/>
        </p:nvSpPr>
        <p:spPr>
          <a:xfrm>
            <a:off x="498764" y="4895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需要开发的内容：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489722-41FA-2B0E-E323-0C66097A3937}"/>
              </a:ext>
            </a:extLst>
          </p:cNvPr>
          <p:cNvSpPr txBox="1"/>
          <p:nvPr/>
        </p:nvSpPr>
        <p:spPr>
          <a:xfrm>
            <a:off x="498764" y="1560945"/>
            <a:ext cx="896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在开发板中，设置一个云服务开关，点击之后，开始下载程序，到开发板的闪存中。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387367-6725-34AC-0947-C866C124AA5D}"/>
              </a:ext>
            </a:extLst>
          </p:cNvPr>
          <p:cNvSpPr txBox="1"/>
          <p:nvPr/>
        </p:nvSpPr>
        <p:spPr>
          <a:xfrm>
            <a:off x="498764" y="2447697"/>
            <a:ext cx="1026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做一个类似 于上位机的软件，完成对</a:t>
            </a:r>
            <a:r>
              <a:rPr lang="en-US" altLang="zh-CN" dirty="0"/>
              <a:t>ECU</a:t>
            </a:r>
            <a:r>
              <a:rPr lang="zh-CN" altLang="en-US" dirty="0"/>
              <a:t>的升级。 在开发中设置一个按键，按下执行刷写操作。 </a:t>
            </a:r>
          </a:p>
        </p:txBody>
      </p:sp>
    </p:spTree>
    <p:extLst>
      <p:ext uri="{BB962C8B-B14F-4D97-AF65-F5344CB8AC3E}">
        <p14:creationId xmlns:p14="http://schemas.microsoft.com/office/powerpoint/2010/main" val="235826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97D9-6412-CA8A-D015-C29138FD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D78F58-1E2B-18B6-66DD-D4C220023F0D}"/>
              </a:ext>
            </a:extLst>
          </p:cNvPr>
          <p:cNvSpPr txBox="1"/>
          <p:nvPr/>
        </p:nvSpPr>
        <p:spPr>
          <a:xfrm>
            <a:off x="498764" y="489527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Can</a:t>
            </a:r>
            <a:r>
              <a:rPr lang="zh-CN" altLang="en-US" b="1" dirty="0"/>
              <a:t>报文数据记录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017D25-B0CB-2D89-0A37-F3FFEE2D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719" y="0"/>
            <a:ext cx="7131326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5661CA-15AC-85CF-96CD-BD45932A4876}"/>
              </a:ext>
            </a:extLst>
          </p:cNvPr>
          <p:cNvSpPr txBox="1"/>
          <p:nvPr/>
        </p:nvSpPr>
        <p:spPr>
          <a:xfrm>
            <a:off x="434109" y="1819563"/>
            <a:ext cx="2715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可以记录车上的报文，在云平台上面可以下载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770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162</Words>
  <Application>Microsoft Office PowerPoint</Application>
  <PresentationFormat>宽屏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Shenglin Chen</dc:creator>
  <cp:lastModifiedBy>Shenglin Chen</cp:lastModifiedBy>
  <cp:revision>14</cp:revision>
  <dcterms:created xsi:type="dcterms:W3CDTF">2025-11-20T07:02:36Z</dcterms:created>
  <dcterms:modified xsi:type="dcterms:W3CDTF">2025-11-20T09:01:42Z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2025-11-20T07:02:45Z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d1d6c6ef-2223-4c38-bc73-514c3956572b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Office 主题​​:8</vt:lpwstr>
  </property>
  <property fmtid="{D5CDD505-2E9C-101B-9397-08002B2CF9AE}" pid="11" name="ClassificationContentMarkingFooterText">
    <vt:lpwstr>MAHLE internal restricted (CL2)</vt:lpwstr>
  </property>
</Properties>
</file>