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AC3B1F-B0F7-0F53-66FC-7FF8389B7A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0B3CE4E-D460-E3A9-A486-65D144D5F5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9432C79-8FB4-6032-4478-EF4AB5432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C5C56-A136-4BAD-ACB5-825D2B836283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9EAE34E-02F7-7F34-8203-A2AB43A59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5BA2F4-FD76-B878-0218-9F2AF5B39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12B34-6B8E-4B54-A39D-FF3066A630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79167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6BD3C9-CA39-5EE5-FD11-5E4BDFD5D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6353F2F-5195-D531-E3EC-7B31680F78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4C0140-9D20-E613-40A0-692BE310A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C5C56-A136-4BAD-ACB5-825D2B836283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EE71FA-E0E8-89FF-52AE-7A12DAC95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DA9B619-1925-321A-4CCC-4BDC404AB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12B34-6B8E-4B54-A39D-FF3066A630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67208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7388E8-07DE-91A3-97C5-7CB7697E6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A7D6332-9757-C967-ED31-D44E2C6132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DB40DF1-8BEB-EF20-FD9E-5132F3A37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C5C56-A136-4BAD-ACB5-825D2B836283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E44A0B5-C857-B254-EFB9-FEC6E5B90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960DFFE-4118-44E4-2C8A-563BE1B2A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12B34-6B8E-4B54-A39D-FF3066A630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7122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079BBE-5210-6FE8-5AB8-6984E4EB5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C59DCA6-A95A-267D-6ED0-751814BC13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92AACC1-2590-8C7A-97C9-46D13AC47E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1F93CCD-82A5-A426-725E-F2BB2901E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C5C56-A136-4BAD-ACB5-825D2B836283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1E96EA2-AE4B-E221-938E-63B10FC48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258A474-8AD7-1EE1-F03A-634DB84CC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12B34-6B8E-4B54-A39D-FF3066A630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07542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3B1381-4C64-A3C9-54D4-C983917B4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0DA4A0F-6B13-CB24-F5F5-3ECDA99734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21BF58D-895B-A563-D9E3-CF8A6A02F0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74B906E-45DC-F3EB-CE22-7D5B14EA6E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F99C7A8-3ACC-9C44-E095-A19B2A6317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E299D0C-183F-8325-912E-DAA6A6101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C5C56-A136-4BAD-ACB5-825D2B836283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943DE9A-D118-3864-9030-3C6B1629D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736B589-36C8-71AB-633B-803DC3D68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12B34-6B8E-4B54-A39D-FF3066A630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8122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1C91DF-EA53-8E3B-75D7-BA01BFDDD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F698C30-6A7E-8E5F-2D31-E3A708ABB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C5C56-A136-4BAD-ACB5-825D2B836283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370ACAA-9CE0-AAB6-C6F0-4AA6A3C08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193AF31-3872-02FA-E63A-D3EA5DFFD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12B34-6B8E-4B54-A39D-FF3066A630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8932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EA3F903-E9AA-8E9B-4C3D-2567DFDF8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C5C56-A136-4BAD-ACB5-825D2B836283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CA81342-8AD5-D75A-800E-5492B2E61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219A37-9633-33FA-3C16-CD89D2A64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12B34-6B8E-4B54-A39D-FF3066A630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36158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28F0E6-05D5-1BEA-C37A-A9575918D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D787B47-47CB-F614-E6BA-B26C03867F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4C59068-2AC1-1ACD-CCA1-7B1321FBBC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F1678BE-EDFC-CCB5-5F70-A3965AC32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C5C56-A136-4BAD-ACB5-825D2B836283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A903FF0-D083-EB73-0C26-DC6966F11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EF80902-C808-0997-4DD8-9E6597821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12B34-6B8E-4B54-A39D-FF3066A630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68065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937BAB-7C3E-DCDD-46ED-3EE71EBFF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C635EB9-0160-41CF-5CC1-5F581A36E1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74AF30B-9E1F-D496-1047-B90EFFA5E4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095B1A5-DC37-4AF3-C95F-931DD50A8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C5C56-A136-4BAD-ACB5-825D2B836283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AC44E9F-AE1D-66CD-D9C8-44C48C1FD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8224230-0E34-5E6A-9DF5-DDCE3C9C4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12B34-6B8E-4B54-A39D-FF3066A630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1166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B697D0-7A0E-35B9-1746-EB74584C9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545BD6F-9667-4641-084D-73EE5720FB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41E7D9-24F0-B197-00F2-4BE181777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C5C56-A136-4BAD-ACB5-825D2B836283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EE9D031-B851-B3E9-4396-C37DB5395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671BB72-0B2F-9BAF-7A2A-71ABD70F0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12B34-6B8E-4B54-A39D-FF3066A630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5507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4305096-236E-6C34-8A20-CADA67CC66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7487E86-12EE-9993-1D1A-9F937DA05A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6FD200F-2F6C-7C64-134E-B6A144C98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C5C56-A136-4BAD-ACB5-825D2B836283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9500614-E34A-B26F-CC36-D69D09A23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94C7D0-5BE6-BB5E-747E-8C2311DEA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12B34-6B8E-4B54-A39D-FF3066A630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5858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93EEC4E-919D-58BE-89EF-174A28EAA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5BE7AEF-1D71-B19E-83F7-20877F9B7D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B4F4A84-BFE2-4E29-40C9-F7A9753C35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FC5C56-A136-4BAD-ACB5-825D2B836283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97526D6-A774-FE90-6F8C-74ECA15E41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AC3918A-14FF-60E3-14E9-CD751AA826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A12B34-6B8E-4B54-A39D-FF3066A6309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2965A1A-3BB4-D2EA-DA6B-5120DCCEE1A7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65576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zh-CN" altLang="en-US" sz="10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MAHLE internal restricted (CL2)</a:t>
            </a:r>
          </a:p>
        </p:txBody>
      </p:sp>
    </p:spTree>
    <p:extLst>
      <p:ext uri="{BB962C8B-B14F-4D97-AF65-F5344CB8AC3E}">
        <p14:creationId xmlns:p14="http://schemas.microsoft.com/office/powerpoint/2010/main" val="3238622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11D9C3AA-F464-81F6-7544-A98662808012}"/>
              </a:ext>
            </a:extLst>
          </p:cNvPr>
          <p:cNvSpPr/>
          <p:nvPr/>
        </p:nvSpPr>
        <p:spPr>
          <a:xfrm>
            <a:off x="997527" y="771298"/>
            <a:ext cx="3112655" cy="114530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云平台  </a:t>
            </a:r>
            <a:r>
              <a:rPr lang="en-US" altLang="zh-CN" dirty="0" err="1"/>
              <a:t>OneNet</a:t>
            </a:r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3825C47-8E13-18FD-D672-3D389FC75384}"/>
              </a:ext>
            </a:extLst>
          </p:cNvPr>
          <p:cNvSpPr/>
          <p:nvPr/>
        </p:nvSpPr>
        <p:spPr>
          <a:xfrm>
            <a:off x="701963" y="3352800"/>
            <a:ext cx="4119419" cy="20874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开发板 </a:t>
            </a:r>
            <a:r>
              <a:rPr lang="en-US" altLang="zh-CN" dirty="0"/>
              <a:t>+ 4G</a:t>
            </a:r>
            <a:r>
              <a:rPr lang="zh-CN" altLang="en-US" dirty="0"/>
              <a:t>模块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B64AC6-9D58-E630-F5A0-52555282EA60}"/>
              </a:ext>
            </a:extLst>
          </p:cNvPr>
          <p:cNvSpPr txBox="1"/>
          <p:nvPr/>
        </p:nvSpPr>
        <p:spPr>
          <a:xfrm>
            <a:off x="1348509" y="5717370"/>
            <a:ext cx="2977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需要外接一个</a:t>
            </a:r>
            <a:r>
              <a:rPr lang="en-US" altLang="zh-CN" dirty="0"/>
              <a:t>CAN</a:t>
            </a:r>
            <a:r>
              <a:rPr lang="zh-CN" altLang="en-US" dirty="0"/>
              <a:t>收发模块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5170AA8-D646-F31E-87F2-3FA6FAB31C36}"/>
              </a:ext>
            </a:extLst>
          </p:cNvPr>
          <p:cNvSpPr txBox="1"/>
          <p:nvPr/>
        </p:nvSpPr>
        <p:spPr>
          <a:xfrm>
            <a:off x="1348508" y="2110631"/>
            <a:ext cx="31126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在中国移动云上传</a:t>
            </a:r>
            <a:r>
              <a:rPr lang="en-US" altLang="zh-CN" dirty="0"/>
              <a:t>hex</a:t>
            </a:r>
            <a:r>
              <a:rPr lang="zh-CN" altLang="en-US" dirty="0"/>
              <a:t>文件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A34392F-FC4A-9CB4-C6B9-6F148C077DF0}"/>
              </a:ext>
            </a:extLst>
          </p:cNvPr>
          <p:cNvSpPr/>
          <p:nvPr/>
        </p:nvSpPr>
        <p:spPr>
          <a:xfrm>
            <a:off x="5985164" y="3814618"/>
            <a:ext cx="1597891" cy="11637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CAN</a:t>
            </a:r>
            <a:r>
              <a:rPr lang="zh-CN" altLang="en-US" dirty="0"/>
              <a:t>模块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40C211B-40B0-5723-F6C3-1DF1DF59784A}"/>
              </a:ext>
            </a:extLst>
          </p:cNvPr>
          <p:cNvSpPr/>
          <p:nvPr/>
        </p:nvSpPr>
        <p:spPr>
          <a:xfrm>
            <a:off x="8506691" y="3352800"/>
            <a:ext cx="3334327" cy="20874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升级的</a:t>
            </a:r>
            <a:r>
              <a:rPr lang="en-US" altLang="zh-CN" dirty="0"/>
              <a:t>ECU</a:t>
            </a:r>
            <a:endParaRPr lang="zh-CN" altLang="en-US" dirty="0"/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691F2380-3153-9272-6B00-0A6A63F149AF}"/>
              </a:ext>
            </a:extLst>
          </p:cNvPr>
          <p:cNvCxnSpPr/>
          <p:nvPr/>
        </p:nvCxnSpPr>
        <p:spPr>
          <a:xfrm>
            <a:off x="7583055" y="4082473"/>
            <a:ext cx="92363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2CE8B1F9-838E-FEB5-319E-7220183A9C9F}"/>
              </a:ext>
            </a:extLst>
          </p:cNvPr>
          <p:cNvCxnSpPr/>
          <p:nvPr/>
        </p:nvCxnSpPr>
        <p:spPr>
          <a:xfrm>
            <a:off x="7583055" y="4599709"/>
            <a:ext cx="92363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A3C7AA00-F3C0-6E6E-639C-980B986BB0A3}"/>
              </a:ext>
            </a:extLst>
          </p:cNvPr>
          <p:cNvCxnSpPr/>
          <p:nvPr/>
        </p:nvCxnSpPr>
        <p:spPr>
          <a:xfrm>
            <a:off x="4821382" y="4221018"/>
            <a:ext cx="116378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C66CE2DF-07FA-B5FD-5AFB-F7949F210D82}"/>
              </a:ext>
            </a:extLst>
          </p:cNvPr>
          <p:cNvCxnSpPr/>
          <p:nvPr/>
        </p:nvCxnSpPr>
        <p:spPr>
          <a:xfrm>
            <a:off x="4821382" y="4599709"/>
            <a:ext cx="116378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86653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9686FCCC-1936-185E-2934-330C93CD4D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3717" y="0"/>
            <a:ext cx="6772274" cy="68580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72EA501F-2725-3393-DFCD-7E579F68A73C}"/>
              </a:ext>
            </a:extLst>
          </p:cNvPr>
          <p:cNvSpPr txBox="1"/>
          <p:nvPr/>
        </p:nvSpPr>
        <p:spPr>
          <a:xfrm>
            <a:off x="267855" y="452582"/>
            <a:ext cx="318654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使用</a:t>
            </a:r>
            <a:r>
              <a:rPr lang="en-US" altLang="zh-CN" dirty="0" err="1"/>
              <a:t>OneNet</a:t>
            </a:r>
            <a:r>
              <a:rPr lang="zh-CN" altLang="en-US" dirty="0"/>
              <a:t>的服务器。 </a:t>
            </a:r>
            <a:endParaRPr lang="en-US" altLang="zh-CN" dirty="0"/>
          </a:p>
          <a:p>
            <a:r>
              <a:rPr lang="zh-CN" altLang="en-US" dirty="0"/>
              <a:t>其余都是收费的。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这一步是上传</a:t>
            </a:r>
            <a:r>
              <a:rPr lang="en-US" altLang="zh-CN" dirty="0"/>
              <a:t>hex</a:t>
            </a:r>
            <a:r>
              <a:rPr lang="zh-CN" altLang="en-US" dirty="0"/>
              <a:t>文件到服务器。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D712675-03DC-28F4-0BC3-E6377F9C464C}"/>
              </a:ext>
            </a:extLst>
          </p:cNvPr>
          <p:cNvSpPr txBox="1"/>
          <p:nvPr/>
        </p:nvSpPr>
        <p:spPr>
          <a:xfrm>
            <a:off x="267855" y="4466426"/>
            <a:ext cx="364715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如果自建服务器话，也有开发板</a:t>
            </a:r>
            <a:endParaRPr lang="en-US" altLang="zh-CN" dirty="0"/>
          </a:p>
          <a:p>
            <a:r>
              <a:rPr lang="zh-CN" altLang="en-US" dirty="0"/>
              <a:t>可以购买，需要开发服务器与租用</a:t>
            </a:r>
            <a:endParaRPr lang="en-US" altLang="zh-CN" dirty="0"/>
          </a:p>
          <a:p>
            <a:r>
              <a:rPr lang="zh-CN" altLang="en-US" dirty="0"/>
              <a:t>服务器。</a:t>
            </a:r>
          </a:p>
        </p:txBody>
      </p:sp>
    </p:spTree>
    <p:extLst>
      <p:ext uri="{BB962C8B-B14F-4D97-AF65-F5344CB8AC3E}">
        <p14:creationId xmlns:p14="http://schemas.microsoft.com/office/powerpoint/2010/main" val="39098436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992C9553-AE2B-E393-288D-54ACAD7011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475" y="131316"/>
            <a:ext cx="5201376" cy="6392167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6A2DB509-411E-8A84-5C9B-A2443B5FE813}"/>
              </a:ext>
            </a:extLst>
          </p:cNvPr>
          <p:cNvSpPr txBox="1"/>
          <p:nvPr/>
        </p:nvSpPr>
        <p:spPr>
          <a:xfrm>
            <a:off x="6410035" y="1348508"/>
            <a:ext cx="3814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这个步骤可以买开发板，有</a:t>
            </a:r>
            <a:r>
              <a:rPr lang="en-US" altLang="zh-CN" dirty="0"/>
              <a:t>demo</a:t>
            </a:r>
            <a:r>
              <a:rPr lang="zh-CN" altLang="en-US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9698931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70F76-0642-B168-19E5-52EFBC331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4AA7E09-69C7-EC5B-8714-8ABABA05E5E4}"/>
              </a:ext>
            </a:extLst>
          </p:cNvPr>
          <p:cNvSpPr txBox="1"/>
          <p:nvPr/>
        </p:nvSpPr>
        <p:spPr>
          <a:xfrm>
            <a:off x="498764" y="489527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需要开发的内容：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D489722-41FA-2B0E-E323-0C66097A3937}"/>
              </a:ext>
            </a:extLst>
          </p:cNvPr>
          <p:cNvSpPr txBox="1"/>
          <p:nvPr/>
        </p:nvSpPr>
        <p:spPr>
          <a:xfrm>
            <a:off x="498764" y="1560945"/>
            <a:ext cx="8961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1.</a:t>
            </a:r>
            <a:r>
              <a:rPr lang="zh-CN" altLang="en-US" dirty="0"/>
              <a:t>在开发板中，设置一个云服务开关，点击之后，开始下载程序，到开发板的闪存中。 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F387367-6725-34AC-0947-C866C124AA5D}"/>
              </a:ext>
            </a:extLst>
          </p:cNvPr>
          <p:cNvSpPr txBox="1"/>
          <p:nvPr/>
        </p:nvSpPr>
        <p:spPr>
          <a:xfrm>
            <a:off x="498764" y="2447697"/>
            <a:ext cx="1026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2.</a:t>
            </a:r>
            <a:r>
              <a:rPr lang="zh-CN" altLang="en-US" dirty="0"/>
              <a:t>做一个类似 于上位机的软件，完成对</a:t>
            </a:r>
            <a:r>
              <a:rPr lang="en-US" altLang="zh-CN" dirty="0"/>
              <a:t>ECU</a:t>
            </a:r>
            <a:r>
              <a:rPr lang="zh-CN" altLang="en-US" dirty="0"/>
              <a:t>的升级。 在开发中设置一个按键，按下执行刷写操作。 </a:t>
            </a:r>
          </a:p>
        </p:txBody>
      </p:sp>
    </p:spTree>
    <p:extLst>
      <p:ext uri="{BB962C8B-B14F-4D97-AF65-F5344CB8AC3E}">
        <p14:creationId xmlns:p14="http://schemas.microsoft.com/office/powerpoint/2010/main" val="23582650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297D9-6412-CA8A-D015-C29138FDB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FD78F58-1E2B-18B6-66DD-D4C220023F0D}"/>
              </a:ext>
            </a:extLst>
          </p:cNvPr>
          <p:cNvSpPr txBox="1"/>
          <p:nvPr/>
        </p:nvSpPr>
        <p:spPr>
          <a:xfrm>
            <a:off x="498764" y="489527"/>
            <a:ext cx="1954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Can</a:t>
            </a:r>
            <a:r>
              <a:rPr lang="zh-CN" altLang="en-US" b="1" dirty="0"/>
              <a:t>报文数据记录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3017D25-B0CB-2D89-0A37-F3FFEE2DF5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5719" y="0"/>
            <a:ext cx="7131326" cy="68580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F05661CA-15AC-85CF-96CD-BD45932A4876}"/>
              </a:ext>
            </a:extLst>
          </p:cNvPr>
          <p:cNvSpPr txBox="1"/>
          <p:nvPr/>
        </p:nvSpPr>
        <p:spPr>
          <a:xfrm>
            <a:off x="434109" y="1819563"/>
            <a:ext cx="271549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可以记录车上的报文，在云平台上面可以下载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977008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E4689197-A9E4-6269-EA1F-A9740A08CAFB}"/>
              </a:ext>
            </a:extLst>
          </p:cNvPr>
          <p:cNvSpPr txBox="1"/>
          <p:nvPr/>
        </p:nvSpPr>
        <p:spPr>
          <a:xfrm>
            <a:off x="258185" y="322730"/>
            <a:ext cx="48624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开发板连接</a:t>
            </a:r>
            <a:r>
              <a:rPr lang="en-US" altLang="zh-CN" b="1" dirty="0" err="1"/>
              <a:t>OneNet</a:t>
            </a:r>
            <a:r>
              <a:rPr lang="zh-CN" altLang="en-US" b="1" dirty="0"/>
              <a:t>云平台，进行数据交互</a:t>
            </a:r>
            <a:br>
              <a:rPr lang="zh-CN" altLang="en-US" b="1" dirty="0"/>
            </a:br>
            <a:endParaRPr lang="zh-CN" alt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C1CA894-F269-80DE-DB13-C0E9845BF6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185" y="2416500"/>
            <a:ext cx="11904292" cy="3467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90D53220-1206-E932-0428-DBF685CFAEE0}"/>
              </a:ext>
            </a:extLst>
          </p:cNvPr>
          <p:cNvSpPr txBox="1"/>
          <p:nvPr/>
        </p:nvSpPr>
        <p:spPr>
          <a:xfrm>
            <a:off x="258185" y="1394690"/>
            <a:ext cx="64540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1. </a:t>
            </a:r>
            <a:r>
              <a:rPr lang="zh-CN" altLang="en-US" sz="1400" dirty="0"/>
              <a:t>在开发板中移植</a:t>
            </a:r>
            <a:r>
              <a:rPr lang="en-US" altLang="zh-CN" sz="1400" dirty="0"/>
              <a:t>MQTT</a:t>
            </a:r>
            <a:r>
              <a:rPr lang="zh-CN" altLang="en-US" sz="1400" dirty="0"/>
              <a:t>协议，并且通过</a:t>
            </a:r>
            <a:r>
              <a:rPr lang="en-US" altLang="zh-CN" sz="1400" dirty="0" err="1"/>
              <a:t>WiFi</a:t>
            </a:r>
            <a:r>
              <a:rPr lang="zh-CN" altLang="en-US" sz="1400" dirty="0"/>
              <a:t>功能，可以登陆连接</a:t>
            </a:r>
            <a:r>
              <a:rPr lang="en-US" altLang="zh-CN" sz="1400" dirty="0" err="1"/>
              <a:t>OneNet</a:t>
            </a:r>
            <a:r>
              <a:rPr lang="zh-CN" altLang="en-US" sz="1400" dirty="0"/>
              <a:t>平台。</a:t>
            </a:r>
          </a:p>
        </p:txBody>
      </p:sp>
    </p:spTree>
    <p:extLst>
      <p:ext uri="{BB962C8B-B14F-4D97-AF65-F5344CB8AC3E}">
        <p14:creationId xmlns:p14="http://schemas.microsoft.com/office/powerpoint/2010/main" val="21937032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628F6-1710-7E3E-9AF5-FB439FD6F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4571E3FA-4250-1091-B548-C6D80A00AA18}"/>
              </a:ext>
            </a:extLst>
          </p:cNvPr>
          <p:cNvSpPr txBox="1"/>
          <p:nvPr/>
        </p:nvSpPr>
        <p:spPr>
          <a:xfrm>
            <a:off x="258185" y="322730"/>
            <a:ext cx="48624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开发板连接</a:t>
            </a:r>
            <a:r>
              <a:rPr lang="en-US" altLang="zh-CN" b="1" dirty="0" err="1"/>
              <a:t>OneNet</a:t>
            </a:r>
            <a:r>
              <a:rPr lang="zh-CN" altLang="en-US" b="1" dirty="0"/>
              <a:t>云平台，进行数据交互</a:t>
            </a:r>
            <a:br>
              <a:rPr lang="zh-CN" altLang="en-US" b="1" dirty="0"/>
            </a:b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4851C63-3DFB-DCC8-68A2-2518F904A843}"/>
              </a:ext>
            </a:extLst>
          </p:cNvPr>
          <p:cNvSpPr txBox="1"/>
          <p:nvPr/>
        </p:nvSpPr>
        <p:spPr>
          <a:xfrm>
            <a:off x="258185" y="1394690"/>
            <a:ext cx="9284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SG" dirty="0"/>
              <a:t>2. </a:t>
            </a:r>
            <a:r>
              <a:rPr lang="zh-SG" altLang="en-US" dirty="0"/>
              <a:t>可以发送数据到</a:t>
            </a:r>
            <a:r>
              <a:rPr lang="en-US" altLang="zh-SG" dirty="0" err="1"/>
              <a:t>OneNet</a:t>
            </a:r>
            <a:r>
              <a:rPr lang="zh-SG" altLang="en-US" dirty="0"/>
              <a:t>平台，并且在</a:t>
            </a:r>
            <a:r>
              <a:rPr lang="en-US" altLang="zh-SG" dirty="0" err="1"/>
              <a:t>onenet</a:t>
            </a:r>
            <a:r>
              <a:rPr lang="zh-SG" altLang="en-US" dirty="0"/>
              <a:t>的控制界面可以任意添加需要接收的数据。</a:t>
            </a:r>
            <a:endParaRPr lang="zh-CN" altLang="en-US" sz="14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82FDD3F-5B19-FF04-3EF6-508337B1D7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924" y="1914138"/>
            <a:ext cx="7366586" cy="4364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5702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941951-FAF5-79CC-A671-D7C734E62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7C997200-1770-77B0-F498-A9815671F583}"/>
              </a:ext>
            </a:extLst>
          </p:cNvPr>
          <p:cNvSpPr txBox="1"/>
          <p:nvPr/>
        </p:nvSpPr>
        <p:spPr>
          <a:xfrm>
            <a:off x="258185" y="322730"/>
            <a:ext cx="48624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开发板连接</a:t>
            </a:r>
            <a:r>
              <a:rPr lang="en-US" altLang="zh-CN" b="1" dirty="0" err="1"/>
              <a:t>OneNet</a:t>
            </a:r>
            <a:r>
              <a:rPr lang="zh-CN" altLang="en-US" b="1" dirty="0"/>
              <a:t>云平台，进行数据交互</a:t>
            </a:r>
            <a:br>
              <a:rPr lang="zh-CN" altLang="en-US" b="1" dirty="0"/>
            </a:b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9ECD86A-09AF-9737-62CA-1DCC3057C823}"/>
              </a:ext>
            </a:extLst>
          </p:cNvPr>
          <p:cNvSpPr txBox="1"/>
          <p:nvPr/>
        </p:nvSpPr>
        <p:spPr>
          <a:xfrm>
            <a:off x="258185" y="1394690"/>
            <a:ext cx="6048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3. </a:t>
            </a:r>
            <a:r>
              <a:rPr lang="zh-CN" altLang="en-US" dirty="0"/>
              <a:t>可以在</a:t>
            </a:r>
            <a:r>
              <a:rPr lang="en-US" altLang="zh-CN" dirty="0" err="1"/>
              <a:t>OneNet</a:t>
            </a:r>
            <a:r>
              <a:rPr lang="zh-CN" altLang="en-US" dirty="0"/>
              <a:t>云平台下发控制指令或者数据到单片机。</a:t>
            </a:r>
            <a:endParaRPr lang="zh-CN" altLang="en-US" sz="14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B3FA76D-8480-226F-DED4-7FD19A4E59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89651"/>
            <a:ext cx="12192000" cy="2881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2885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765FAE-1001-2975-F6F2-3576F84B3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F78CDDE1-3C26-F0FA-2D30-E7808D2E374A}"/>
              </a:ext>
            </a:extLst>
          </p:cNvPr>
          <p:cNvSpPr txBox="1"/>
          <p:nvPr/>
        </p:nvSpPr>
        <p:spPr>
          <a:xfrm>
            <a:off x="258185" y="322730"/>
            <a:ext cx="48624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开发板连接</a:t>
            </a:r>
            <a:r>
              <a:rPr lang="en-US" altLang="zh-CN" b="1" dirty="0" err="1"/>
              <a:t>OneNet</a:t>
            </a:r>
            <a:r>
              <a:rPr lang="zh-CN" altLang="en-US" b="1" dirty="0"/>
              <a:t>云平台，下载</a:t>
            </a:r>
            <a:r>
              <a:rPr lang="en-US" altLang="zh-CN" b="1" dirty="0"/>
              <a:t>OTA</a:t>
            </a:r>
            <a:r>
              <a:rPr lang="zh-CN" altLang="en-US" b="1" dirty="0"/>
              <a:t>文件</a:t>
            </a:r>
            <a:br>
              <a:rPr lang="zh-CN" altLang="en-US" b="1" dirty="0"/>
            </a:b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D8A6B91-7C64-947E-625B-0B4C9C9F019F}"/>
              </a:ext>
            </a:extLst>
          </p:cNvPr>
          <p:cNvSpPr txBox="1"/>
          <p:nvPr/>
        </p:nvSpPr>
        <p:spPr>
          <a:xfrm>
            <a:off x="258185" y="784395"/>
            <a:ext cx="11549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1. </a:t>
            </a:r>
            <a:r>
              <a:rPr lang="zh-CN" altLang="en-US" dirty="0"/>
              <a:t>连接</a:t>
            </a:r>
            <a:r>
              <a:rPr lang="en-US" altLang="zh-CN" dirty="0" err="1"/>
              <a:t>OneNet</a:t>
            </a:r>
            <a:r>
              <a:rPr lang="zh-CN" altLang="en-US" dirty="0"/>
              <a:t>的</a:t>
            </a:r>
            <a:r>
              <a:rPr lang="en-US" altLang="zh-CN" dirty="0"/>
              <a:t>OTA</a:t>
            </a:r>
            <a:r>
              <a:rPr lang="zh-CN" altLang="en-US" dirty="0"/>
              <a:t>升级服务，上传需要刷写的</a:t>
            </a:r>
            <a:r>
              <a:rPr lang="en-US" altLang="zh-CN" dirty="0"/>
              <a:t>hex</a:t>
            </a:r>
            <a:r>
              <a:rPr lang="zh-CN" altLang="en-US" dirty="0"/>
              <a:t>文件到云平台，然后与</a:t>
            </a:r>
            <a:r>
              <a:rPr lang="en-US" altLang="zh-CN" dirty="0"/>
              <a:t>OTA</a:t>
            </a:r>
            <a:r>
              <a:rPr lang="zh-CN" altLang="en-US" dirty="0"/>
              <a:t>通讯，可以下载</a:t>
            </a:r>
            <a:r>
              <a:rPr lang="en-US" altLang="zh-CN" dirty="0"/>
              <a:t>hex</a:t>
            </a:r>
            <a:r>
              <a:rPr lang="zh-CN" altLang="en-US" dirty="0"/>
              <a:t>文件到开发板</a:t>
            </a:r>
            <a:endParaRPr lang="zh-CN" altLang="en-US" sz="1400" dirty="0"/>
          </a:p>
        </p:txBody>
      </p:sp>
      <p:pic>
        <p:nvPicPr>
          <p:cNvPr id="1027" name="Picture 3">
            <a:extLst>
              <a:ext uri="{FF2B5EF4-FFF2-40B4-BE49-F238E27FC236}">
                <a16:creationId xmlns:a16="http://schemas.microsoft.com/office/drawing/2014/main" id="{A45F21E3-67A6-BDC0-54E6-C6EA4F03F0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738" y="1153727"/>
            <a:ext cx="10791899" cy="56627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941938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4278A5-97B3-1925-1193-C5BC8678C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E951B3B4-865A-EB2B-BFDD-C59913261863}"/>
              </a:ext>
            </a:extLst>
          </p:cNvPr>
          <p:cNvSpPr txBox="1"/>
          <p:nvPr/>
        </p:nvSpPr>
        <p:spPr>
          <a:xfrm>
            <a:off x="258185" y="322730"/>
            <a:ext cx="48624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开发板连接</a:t>
            </a:r>
            <a:r>
              <a:rPr lang="en-US" altLang="zh-CN" b="1" dirty="0" err="1"/>
              <a:t>OneNet</a:t>
            </a:r>
            <a:r>
              <a:rPr lang="zh-CN" altLang="en-US" b="1" dirty="0"/>
              <a:t>云平台，下载</a:t>
            </a:r>
            <a:r>
              <a:rPr lang="en-US" altLang="zh-CN" b="1" dirty="0"/>
              <a:t>OTA</a:t>
            </a:r>
            <a:r>
              <a:rPr lang="zh-CN" altLang="en-US" b="1" dirty="0"/>
              <a:t>文件</a:t>
            </a:r>
            <a:br>
              <a:rPr lang="zh-CN" altLang="en-US" b="1" dirty="0"/>
            </a:br>
            <a:endParaRPr lang="zh-CN" alt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B7F79F2-8682-6288-A1AF-F77C52A1A2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819" y="659322"/>
            <a:ext cx="8983952" cy="6165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566266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308</Words>
  <Application>Microsoft Office PowerPoint</Application>
  <PresentationFormat>宽屏</PresentationFormat>
  <Paragraphs>28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5" baseType="lpstr">
      <vt:lpstr>等线</vt:lpstr>
      <vt:lpstr>等线 Light</vt:lpstr>
      <vt:lpstr>Arial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Shenglin Chen</dc:creator>
  <cp:lastModifiedBy>Shenglin Chen</cp:lastModifiedBy>
  <cp:revision>26</cp:revision>
  <dcterms:created xsi:type="dcterms:W3CDTF">2025-11-20T07:02:36Z</dcterms:created>
  <dcterms:modified xsi:type="dcterms:W3CDTF">2025-12-05T05:13:25Z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1a97dba-4a48-4678-b18f-3391b0053218_Enabled">
    <vt:lpwstr>true</vt:lpwstr>
  </property>
  <property fmtid="{D5CDD505-2E9C-101B-9397-08002B2CF9AE}" pid="3" name="MSIP_Label_31a97dba-4a48-4678-b18f-3391b0053218_SetDate">
    <vt:lpwstr>2025-11-20T07:02:45Z</vt:lpwstr>
  </property>
  <property fmtid="{D5CDD505-2E9C-101B-9397-08002B2CF9AE}" pid="4" name="MSIP_Label_31a97dba-4a48-4678-b18f-3391b0053218_Method">
    <vt:lpwstr>Standard</vt:lpwstr>
  </property>
  <property fmtid="{D5CDD505-2E9C-101B-9397-08002B2CF9AE}" pid="5" name="MSIP_Label_31a97dba-4a48-4678-b18f-3391b0053218_Name">
    <vt:lpwstr>MAHLE internal restricted (CL2)</vt:lpwstr>
  </property>
  <property fmtid="{D5CDD505-2E9C-101B-9397-08002B2CF9AE}" pid="6" name="MSIP_Label_31a97dba-4a48-4678-b18f-3391b0053218_SiteId">
    <vt:lpwstr>e396b7c6-05f6-47d7-bef7-e89a9de9fd6c</vt:lpwstr>
  </property>
  <property fmtid="{D5CDD505-2E9C-101B-9397-08002B2CF9AE}" pid="7" name="MSIP_Label_31a97dba-4a48-4678-b18f-3391b0053218_ActionId">
    <vt:lpwstr>d1d6c6ef-2223-4c38-bc73-514c3956572b</vt:lpwstr>
  </property>
  <property fmtid="{D5CDD505-2E9C-101B-9397-08002B2CF9AE}" pid="8" name="MSIP_Label_31a97dba-4a48-4678-b18f-3391b0053218_ContentBits">
    <vt:lpwstr>2</vt:lpwstr>
  </property>
  <property fmtid="{D5CDD505-2E9C-101B-9397-08002B2CF9AE}" pid="9" name="MSIP_Label_31a97dba-4a48-4678-b18f-3391b0053218_Tag">
    <vt:lpwstr>10, 3, 0, 1</vt:lpwstr>
  </property>
  <property fmtid="{D5CDD505-2E9C-101B-9397-08002B2CF9AE}" pid="10" name="ClassificationContentMarkingFooterLocations">
    <vt:lpwstr>Office 主题​​:8</vt:lpwstr>
  </property>
  <property fmtid="{D5CDD505-2E9C-101B-9397-08002B2CF9AE}" pid="11" name="ClassificationContentMarkingFooterText">
    <vt:lpwstr>MAHLE internal restricted (CL2)</vt:lpwstr>
  </property>
</Properties>
</file>