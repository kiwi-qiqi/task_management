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370" r:id="rId3"/>
  </p:sldIdLst>
  <p:sldSz cx="9906000" cy="6858000" type="A4"/>
  <p:notesSz cx="6858000" cy="9144000"/>
  <p:custDataLst>
    <p:tags r:id="rId6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buFontTx/>
      <a:buNone/>
      <a:defRPr lang="en-GB" sz="1600" b="0" i="0" u="none" kern="1200">
        <a:solidFill>
          <a:schemeClr val="tx1"/>
        </a:solidFill>
        <a:latin typeface="Arial"/>
        <a:ea typeface="+mn-ea"/>
        <a:cs typeface="Arial" panose="020B0604020202020204" pitchFamily="34" charset="0"/>
      </a:defRPr>
    </a:lvl1pPr>
    <a:lvl2pPr marL="45561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281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001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7213" indent="1588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默认节" id="{3AD4E85A-8502-4131-BBAE-9D4EDB6D0266}">
          <p14:sldIdLst>
            <p14:sldId id="256"/>
            <p14:sldId id="3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C6C6C6"/>
    <a:srgbClr val="004682"/>
    <a:srgbClr val="8E8E8E"/>
    <a:srgbClr val="1E2A63"/>
    <a:srgbClr val="468CCD"/>
    <a:srgbClr val="7DAFE1"/>
    <a:srgbClr val="B4D7F5"/>
    <a:srgbClr val="0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9" autoAdjust="0"/>
    <p:restoredTop sz="95226" autoAdjust="0"/>
  </p:normalViewPr>
  <p:slideViewPr>
    <p:cSldViewPr snapToObjects="1">
      <p:cViewPr varScale="1">
        <p:scale>
          <a:sx n="95" d="100"/>
          <a:sy n="95" d="100"/>
        </p:scale>
        <p:origin x="1003" y="7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87" d="100"/>
          <a:sy n="87" d="100"/>
        </p:scale>
        <p:origin x="3840" y="7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1422DA53-53C8-4E70-9AED-5C6BECE78DD3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28108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Textmasterformate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7B0FE10A-47B8-49F1-B9C2-144394D29238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09030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56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28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00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72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gif"/><Relationship Id="rId3" Type="http://schemas.openxmlformats.org/officeDocument/2006/relationships/tags" Target="../tags/tag1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10" Type="http://schemas.openxmlformats.org/officeDocument/2006/relationships/image" Target="../media/image3.png"/><Relationship Id="rId4" Type="http://schemas.openxmlformats.org/officeDocument/2006/relationships/tags" Target="../tags/tag15.xml"/><Relationship Id="rId9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9 Imagen"/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25" y="1"/>
            <a:ext cx="9928225" cy="836711"/>
          </a:xfrm>
          <a:prstGeom prst="rect">
            <a:avLst/>
          </a:prstGeom>
          <a:ln w="0"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8 Imagen"/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9918700" cy="393700"/>
          </a:xfrm>
          <a:prstGeom prst="rect">
            <a:avLst/>
          </a:prstGeom>
          <a:ln w="0"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266" name="Rectangle 2"/>
          <p:cNvSpPr>
            <a:spLocks noGrp="1" noChangeArrowheads="1"/>
          </p:cNvSpPr>
          <p:nvPr>
            <p:ph type="subTitle" sz="quarter" idx="1"/>
            <p:custDataLst>
              <p:tags r:id="rId3"/>
            </p:custDataLst>
          </p:nvPr>
        </p:nvSpPr>
        <p:spPr>
          <a:xfrm>
            <a:off x="381000" y="4470400"/>
            <a:ext cx="4572000" cy="952500"/>
          </a:xfrm>
          <a:ln w="0"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/>
          <a:lstStyle>
            <a:lvl1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defRPr sz="1600" b="0" i="0" u="none" spc="0">
                <a:solidFill>
                  <a:srgbClr val="000000"/>
                </a:solidFill>
                <a:latin typeface="Arial"/>
              </a:defRPr>
            </a:lvl1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ctrTitle" sz="quarter"/>
            <p:custDataLst>
              <p:tags r:id="rId4"/>
            </p:custDataLst>
          </p:nvPr>
        </p:nvSpPr>
        <p:spPr>
          <a:xfrm>
            <a:off x="381000" y="2057400"/>
            <a:ext cx="5715000" cy="952500"/>
          </a:xfrm>
          <a:ln w="0"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/>
          <a:lstStyle>
            <a:lvl1pPr algn="l">
              <a:lnSpc>
                <a:spcPts val="2400"/>
              </a:lnSpc>
              <a:spcBef>
                <a:spcPts val="900"/>
              </a:spcBef>
              <a:spcAft>
                <a:spcPct val="0"/>
              </a:spcAft>
              <a:buFontTx/>
              <a:buNone/>
              <a:defRPr sz="2000" b="1" i="0" u="none" spc="0">
                <a:solidFill>
                  <a:srgbClr val="000000"/>
                </a:solidFill>
                <a:latin typeface="Arial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>
          <a:xfrm>
            <a:off x="0" y="6477000"/>
            <a:ext cx="381000" cy="381000"/>
          </a:xfrm>
          <a:prstGeom prst="rect">
            <a:avLst/>
          </a:prstGeom>
          <a:ln w="0"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ctr" anchorCtr="1"/>
          <a:lstStyle>
            <a:lvl1pPr algn="ctr">
              <a:spcBef>
                <a:spcPts val="0"/>
              </a:spcBef>
              <a:spcAft>
                <a:spcPts val="0"/>
              </a:spcAft>
              <a:defRPr sz="800" spc="0">
                <a:solidFill>
                  <a:srgbClr val="FFFFFF"/>
                </a:solidFill>
              </a:defRPr>
            </a:lvl1pPr>
          </a:lstStyle>
          <a:p>
            <a:fld id="{09A7CD19-4429-457D-8D37-C1C9B9BF8D60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4" name="3 Imagen"/>
          <p:cNvPicPr>
            <a:picLocks/>
          </p:cNvPicPr>
          <p:nvPr userDrawn="1">
            <p:custDataLst>
              <p:tags r:id="rId6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586" y="184146"/>
            <a:ext cx="1738630" cy="46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72372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itel und zweispaltig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381000" y="1485900"/>
            <a:ext cx="4495800" cy="4800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5029200" y="1485900"/>
            <a:ext cx="4495800" cy="4800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0653310-9A77-4C73-A9C8-ED3B233778DE}" type="slidenum">
              <a:rPr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535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7D6593-ED48-4623-A2E7-E0DDD5BB5111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134982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7D6593-ED48-4623-A2E7-E0DDD5BB5111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062447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with picture"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aOnTitle">
            <a:extLst>
              <a:ext uri="{FF2B5EF4-FFF2-40B4-BE49-F238E27FC236}">
                <a16:creationId xmlns:a16="http://schemas.microsoft.com/office/drawing/2014/main" id="{34379354-5C55-49F6-A6BC-C09B29E8A447}"/>
              </a:ext>
            </a:extLst>
          </p:cNvPr>
          <p:cNvSpPr txBox="1"/>
          <p:nvPr userDrawn="1"/>
        </p:nvSpPr>
        <p:spPr>
          <a:xfrm>
            <a:off x="-1" y="849598"/>
            <a:ext cx="4870800" cy="2851200"/>
          </a:xfrm>
          <a:prstGeom prst="rect">
            <a:avLst/>
          </a:prstGeom>
          <a:solidFill>
            <a:schemeClr val="tx2"/>
          </a:solidFill>
        </p:spPr>
        <p:txBody>
          <a:bodyPr wrap="square" lIns="417600" tIns="1728000" rIns="331200" rtlCol="0" anchor="t" anchorCtr="0">
            <a:noAutofit/>
          </a:bodyPr>
          <a:lstStyle/>
          <a:p>
            <a:pPr algn="l"/>
            <a:endParaRPr lang="en-US" sz="1400" b="0" i="0" u="none" noProof="1">
              <a:ln>
                <a:noFill/>
              </a:ln>
              <a:solidFill>
                <a:srgbClr val="F3D03E"/>
              </a:solidFill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AC3EF-A1F9-DE47-9DE3-09D9035B9A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7600" y="1252800"/>
            <a:ext cx="4122000" cy="1312104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presentation title</a:t>
            </a:r>
          </a:p>
        </p:txBody>
      </p:sp>
      <p:sp>
        <p:nvSpPr>
          <p:cNvPr id="7" name="Textfeld 32">
            <a:extLst>
              <a:ext uri="{FF2B5EF4-FFF2-40B4-BE49-F238E27FC236}">
                <a16:creationId xmlns:a16="http://schemas.microsoft.com/office/drawing/2014/main" id="{C50D179B-09C3-4930-92F8-23675EE7460B}"/>
              </a:ext>
            </a:extLst>
          </p:cNvPr>
          <p:cNvSpPr txBox="1"/>
          <p:nvPr userDrawn="1"/>
        </p:nvSpPr>
        <p:spPr>
          <a:xfrm>
            <a:off x="-1945175" y="1227741"/>
            <a:ext cx="13779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800" noProof="1">
                <a:solidFill>
                  <a:schemeClr val="accent2"/>
                </a:solidFill>
              </a:rPr>
              <a:t>Short titles that cover only one or up to two lines should be used. The title should be aligned left and never centered.</a:t>
            </a:r>
          </a:p>
        </p:txBody>
      </p:sp>
      <p:grpSp>
        <p:nvGrpSpPr>
          <p:cNvPr id="13" name="Gruppieren 37">
            <a:extLst>
              <a:ext uri="{FF2B5EF4-FFF2-40B4-BE49-F238E27FC236}">
                <a16:creationId xmlns:a16="http://schemas.microsoft.com/office/drawing/2014/main" id="{556E1333-081E-4067-BC37-F35D99D461DF}"/>
              </a:ext>
            </a:extLst>
          </p:cNvPr>
          <p:cNvGrpSpPr/>
          <p:nvPr userDrawn="1"/>
        </p:nvGrpSpPr>
        <p:grpSpPr>
          <a:xfrm>
            <a:off x="-464936" y="1297630"/>
            <a:ext cx="166020" cy="532624"/>
            <a:chOff x="12883230" y="3752058"/>
            <a:chExt cx="166020" cy="629938"/>
          </a:xfrm>
        </p:grpSpPr>
        <p:cxnSp>
          <p:nvCxnSpPr>
            <p:cNvPr id="14" name="Gerade Verbindung 38">
              <a:extLst>
                <a:ext uri="{FF2B5EF4-FFF2-40B4-BE49-F238E27FC236}">
                  <a16:creationId xmlns:a16="http://schemas.microsoft.com/office/drawing/2014/main" id="{A89F0E87-0073-4D04-A48E-3A4AB98F6958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39">
              <a:extLst>
                <a:ext uri="{FF2B5EF4-FFF2-40B4-BE49-F238E27FC236}">
                  <a16:creationId xmlns:a16="http://schemas.microsoft.com/office/drawing/2014/main" id="{2C8412B3-C7F8-4A06-98D2-046CAF6CAE9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feld 44">
            <a:extLst>
              <a:ext uri="{FF2B5EF4-FFF2-40B4-BE49-F238E27FC236}">
                <a16:creationId xmlns:a16="http://schemas.microsoft.com/office/drawing/2014/main" id="{D8BD0A95-2B0B-47C6-A55F-C65D4251DE6D}"/>
              </a:ext>
            </a:extLst>
          </p:cNvPr>
          <p:cNvSpPr txBox="1"/>
          <p:nvPr userDrawn="1"/>
        </p:nvSpPr>
        <p:spPr>
          <a:xfrm>
            <a:off x="10491177" y="2833597"/>
            <a:ext cx="21935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 noProof="1">
                <a:solidFill>
                  <a:schemeClr val="accent2"/>
                </a:solidFill>
              </a:rPr>
              <a:t>Any picture can be used as a background. If there is no picture available, the title with pattern has to be used. Changing picture: MasterLayout tab &gt; Background image &gt; Insert... &gt;&gt; select picture </a:t>
            </a:r>
          </a:p>
        </p:txBody>
      </p:sp>
      <p:grpSp>
        <p:nvGrpSpPr>
          <p:cNvPr id="22" name="Gruppieren 45">
            <a:extLst>
              <a:ext uri="{FF2B5EF4-FFF2-40B4-BE49-F238E27FC236}">
                <a16:creationId xmlns:a16="http://schemas.microsoft.com/office/drawing/2014/main" id="{91266ACA-D2C8-473D-A372-94CBBA9DF960}"/>
              </a:ext>
            </a:extLst>
          </p:cNvPr>
          <p:cNvGrpSpPr/>
          <p:nvPr userDrawn="1"/>
        </p:nvGrpSpPr>
        <p:grpSpPr>
          <a:xfrm rot="10800000">
            <a:off x="10206098" y="2804518"/>
            <a:ext cx="166020" cy="532624"/>
            <a:chOff x="12883230" y="3752058"/>
            <a:chExt cx="166020" cy="629938"/>
          </a:xfrm>
        </p:grpSpPr>
        <p:cxnSp>
          <p:nvCxnSpPr>
            <p:cNvPr id="23" name="Gerade Verbindung 46">
              <a:extLst>
                <a:ext uri="{FF2B5EF4-FFF2-40B4-BE49-F238E27FC236}">
                  <a16:creationId xmlns:a16="http://schemas.microsoft.com/office/drawing/2014/main" id="{70FB68A8-1C18-4081-B47D-549D99D7BB2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47">
              <a:extLst>
                <a:ext uri="{FF2B5EF4-FFF2-40B4-BE49-F238E27FC236}">
                  <a16:creationId xmlns:a16="http://schemas.microsoft.com/office/drawing/2014/main" id="{2D05B174-348E-4902-8929-D7F4C1EC5533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feld 40">
            <a:extLst>
              <a:ext uri="{FF2B5EF4-FFF2-40B4-BE49-F238E27FC236}">
                <a16:creationId xmlns:a16="http://schemas.microsoft.com/office/drawing/2014/main" id="{39647BF4-00B1-48E2-913D-AC8714CF5E86}"/>
              </a:ext>
            </a:extLst>
          </p:cNvPr>
          <p:cNvSpPr txBox="1"/>
          <p:nvPr userDrawn="1"/>
        </p:nvSpPr>
        <p:spPr>
          <a:xfrm>
            <a:off x="10490990" y="6216348"/>
            <a:ext cx="21935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 noProof="1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26" name="Gruppieren 41">
            <a:extLst>
              <a:ext uri="{FF2B5EF4-FFF2-40B4-BE49-F238E27FC236}">
                <a16:creationId xmlns:a16="http://schemas.microsoft.com/office/drawing/2014/main" id="{95A80A95-707B-46E5-B67D-4439C8FDFD9E}"/>
              </a:ext>
            </a:extLst>
          </p:cNvPr>
          <p:cNvGrpSpPr/>
          <p:nvPr userDrawn="1"/>
        </p:nvGrpSpPr>
        <p:grpSpPr>
          <a:xfrm rot="10800000">
            <a:off x="10206098" y="6187719"/>
            <a:ext cx="166020" cy="532624"/>
            <a:chOff x="12883230" y="3752058"/>
            <a:chExt cx="166020" cy="629938"/>
          </a:xfrm>
        </p:grpSpPr>
        <p:cxnSp>
          <p:nvCxnSpPr>
            <p:cNvPr id="27" name="Gerade Verbindung 42">
              <a:extLst>
                <a:ext uri="{FF2B5EF4-FFF2-40B4-BE49-F238E27FC236}">
                  <a16:creationId xmlns:a16="http://schemas.microsoft.com/office/drawing/2014/main" id="{8C991E71-C638-4F0E-B299-C41BACB2D658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43">
              <a:extLst>
                <a:ext uri="{FF2B5EF4-FFF2-40B4-BE49-F238E27FC236}">
                  <a16:creationId xmlns:a16="http://schemas.microsoft.com/office/drawing/2014/main" id="{2D017751-CBBC-48CF-8907-BC60E5D5867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Grafik 28" descr="Ein Bild, das Zeichnung enthält.  Automatisch generierte Beschreibung" hidden="1">
            <a:extLst>
              <a:ext uri="{FF2B5EF4-FFF2-40B4-BE49-F238E27FC236}">
                <a16:creationId xmlns:a16="http://schemas.microsoft.com/office/drawing/2014/main" id="{F96487E1-9C3F-4E26-8F5A-F25C6052D9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25" y="3188102"/>
            <a:ext cx="77942" cy="113496"/>
          </a:xfrm>
          <a:prstGeom prst="rect">
            <a:avLst/>
          </a:prstGeom>
        </p:spPr>
      </p:pic>
      <p:sp>
        <p:nvSpPr>
          <p:cNvPr id="3" name="Hilfsshape">
            <a:extLst>
              <a:ext uri="{FF2B5EF4-FFF2-40B4-BE49-F238E27FC236}">
                <a16:creationId xmlns:a16="http://schemas.microsoft.com/office/drawing/2014/main" id="{B479291E-9DC9-4091-9B27-F7AFDAC759D8}"/>
              </a:ext>
            </a:extLst>
          </p:cNvPr>
          <p:cNvSpPr/>
          <p:nvPr userDrawn="1"/>
        </p:nvSpPr>
        <p:spPr>
          <a:xfrm>
            <a:off x="0" y="5949280"/>
            <a:ext cx="9906000" cy="908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pic>
        <p:nvPicPr>
          <p:cNvPr id="31" name="Logo">
            <a:extLst>
              <a:ext uri="{FF2B5EF4-FFF2-40B4-BE49-F238E27FC236}">
                <a16:creationId xmlns:a16="http://schemas.microsoft.com/office/drawing/2014/main" id="{337E60F9-41A5-40CC-BD71-681017D70B3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200" y="6238800"/>
            <a:ext cx="1893600" cy="414699"/>
          </a:xfrm>
          <a:prstGeom prst="rect">
            <a:avLst/>
          </a:prstGeom>
        </p:spPr>
      </p:pic>
      <p:pic>
        <p:nvPicPr>
          <p:cNvPr id="32" name="Logo_Motorsport">
            <a:extLst>
              <a:ext uri="{FF2B5EF4-FFF2-40B4-BE49-F238E27FC236}">
                <a16:creationId xmlns:a16="http://schemas.microsoft.com/office/drawing/2014/main" id="{5E6C380D-9EC3-454D-B69C-1041E05B4AB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583" y="6148800"/>
            <a:ext cx="1604217" cy="583200"/>
          </a:xfrm>
          <a:prstGeom prst="rect">
            <a:avLst/>
          </a:prstGeom>
        </p:spPr>
      </p:pic>
      <p:pic>
        <p:nvPicPr>
          <p:cNvPr id="33" name="Logo_Powertrain">
            <a:extLst>
              <a:ext uri="{FF2B5EF4-FFF2-40B4-BE49-F238E27FC236}">
                <a16:creationId xmlns:a16="http://schemas.microsoft.com/office/drawing/2014/main" id="{48208873-B8F8-4FDB-9AB6-5AEA9282B9B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800" y="6148800"/>
            <a:ext cx="1622141" cy="561600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8A04E51-7622-4A2E-A60B-FAFBD4D323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2305704"/>
            <a:ext cx="4122000" cy="259200"/>
          </a:xfrm>
        </p:spPr>
        <p:txBody>
          <a:bodyPr lIns="0" tIns="0" rIns="0" anchor="b" anchorCtr="0"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  <a:endParaRPr lang="en-US" dirty="0"/>
          </a:p>
        </p:txBody>
      </p:sp>
      <p:grpSp>
        <p:nvGrpSpPr>
          <p:cNvPr id="41" name="Gruppieren 33">
            <a:extLst>
              <a:ext uri="{FF2B5EF4-FFF2-40B4-BE49-F238E27FC236}">
                <a16:creationId xmlns:a16="http://schemas.microsoft.com/office/drawing/2014/main" id="{8CCD564F-F210-461C-A380-1FBB70608181}"/>
              </a:ext>
            </a:extLst>
          </p:cNvPr>
          <p:cNvGrpSpPr/>
          <p:nvPr userDrawn="1"/>
        </p:nvGrpSpPr>
        <p:grpSpPr>
          <a:xfrm>
            <a:off x="-572229" y="2420888"/>
            <a:ext cx="204332" cy="532624"/>
            <a:chOff x="12883230" y="3752058"/>
            <a:chExt cx="166020" cy="629938"/>
          </a:xfrm>
        </p:grpSpPr>
        <p:cxnSp>
          <p:nvCxnSpPr>
            <p:cNvPr id="42" name="Gerade Verbindung 34">
              <a:extLst>
                <a:ext uri="{FF2B5EF4-FFF2-40B4-BE49-F238E27FC236}">
                  <a16:creationId xmlns:a16="http://schemas.microsoft.com/office/drawing/2014/main" id="{13732B90-483C-4B7E-B747-C682D642BEBE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35">
              <a:extLst>
                <a:ext uri="{FF2B5EF4-FFF2-40B4-BE49-F238E27FC236}">
                  <a16:creationId xmlns:a16="http://schemas.microsoft.com/office/drawing/2014/main" id="{2AF0E313-D910-4C69-A51A-65C116B0862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feld 36">
            <a:extLst>
              <a:ext uri="{FF2B5EF4-FFF2-40B4-BE49-F238E27FC236}">
                <a16:creationId xmlns:a16="http://schemas.microsoft.com/office/drawing/2014/main" id="{4CF0006E-41C1-48D2-B7B7-FD90DF51A4AE}"/>
              </a:ext>
            </a:extLst>
          </p:cNvPr>
          <p:cNvSpPr txBox="1"/>
          <p:nvPr userDrawn="1"/>
        </p:nvSpPr>
        <p:spPr>
          <a:xfrm>
            <a:off x="-2126456" y="2527448"/>
            <a:ext cx="15571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  <p:grpSp>
        <p:nvGrpSpPr>
          <p:cNvPr id="30" name="Gruppieren 33">
            <a:extLst>
              <a:ext uri="{FF2B5EF4-FFF2-40B4-BE49-F238E27FC236}">
                <a16:creationId xmlns:a16="http://schemas.microsoft.com/office/drawing/2014/main" id="{9CD644CC-15B4-4700-8EA1-3A374D8368BC}"/>
              </a:ext>
            </a:extLst>
          </p:cNvPr>
          <p:cNvGrpSpPr/>
          <p:nvPr userDrawn="1"/>
        </p:nvGrpSpPr>
        <p:grpSpPr>
          <a:xfrm>
            <a:off x="-572229" y="3040392"/>
            <a:ext cx="204332" cy="532624"/>
            <a:chOff x="12883230" y="3752058"/>
            <a:chExt cx="166020" cy="629938"/>
          </a:xfrm>
        </p:grpSpPr>
        <p:cxnSp>
          <p:nvCxnSpPr>
            <p:cNvPr id="34" name="Gerade Verbindung 34">
              <a:extLst>
                <a:ext uri="{FF2B5EF4-FFF2-40B4-BE49-F238E27FC236}">
                  <a16:creationId xmlns:a16="http://schemas.microsoft.com/office/drawing/2014/main" id="{09F450B1-1D4F-4C94-839B-39BF7D6284C9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35">
              <a:extLst>
                <a:ext uri="{FF2B5EF4-FFF2-40B4-BE49-F238E27FC236}">
                  <a16:creationId xmlns:a16="http://schemas.microsoft.com/office/drawing/2014/main" id="{1234B488-4E8D-4599-B967-148E230B0A28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feld 36">
            <a:extLst>
              <a:ext uri="{FF2B5EF4-FFF2-40B4-BE49-F238E27FC236}">
                <a16:creationId xmlns:a16="http://schemas.microsoft.com/office/drawing/2014/main" id="{FF6A172B-E508-4191-85B0-72089EB80FCB}"/>
              </a:ext>
            </a:extLst>
          </p:cNvPr>
          <p:cNvSpPr txBox="1"/>
          <p:nvPr userDrawn="1"/>
        </p:nvSpPr>
        <p:spPr>
          <a:xfrm>
            <a:off x="-2126456" y="3146952"/>
            <a:ext cx="15571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flag is placed at the edge of the slide and is fixed in its size.</a:t>
            </a:r>
            <a:endParaRPr lang="en-US" sz="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304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2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1978">
          <p15:clr>
            <a:srgbClr val="FBAE40"/>
          </p15:clr>
        </p15:guide>
        <p15:guide id="4" pos="2848">
          <p15:clr>
            <a:srgbClr val="FBAE40"/>
          </p15:clr>
        </p15:guide>
        <p15:guide id="5" orient="horz" pos="37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with picture"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32">
            <a:extLst>
              <a:ext uri="{FF2B5EF4-FFF2-40B4-BE49-F238E27FC236}">
                <a16:creationId xmlns:a16="http://schemas.microsoft.com/office/drawing/2014/main" id="{C50D179B-09C3-4930-92F8-23675EE7460B}"/>
              </a:ext>
            </a:extLst>
          </p:cNvPr>
          <p:cNvSpPr txBox="1"/>
          <p:nvPr userDrawn="1"/>
        </p:nvSpPr>
        <p:spPr>
          <a:xfrm>
            <a:off x="-1945175" y="1227741"/>
            <a:ext cx="13779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800" noProof="1">
                <a:solidFill>
                  <a:schemeClr val="accent2"/>
                </a:solidFill>
              </a:rPr>
              <a:t>Short titles that cover only one or up to two lines should be used. The title should be aligned left and never centered.</a:t>
            </a:r>
          </a:p>
        </p:txBody>
      </p:sp>
      <p:grpSp>
        <p:nvGrpSpPr>
          <p:cNvPr id="13" name="Gruppieren 37">
            <a:extLst>
              <a:ext uri="{FF2B5EF4-FFF2-40B4-BE49-F238E27FC236}">
                <a16:creationId xmlns:a16="http://schemas.microsoft.com/office/drawing/2014/main" id="{556E1333-081E-4067-BC37-F35D99D461DF}"/>
              </a:ext>
            </a:extLst>
          </p:cNvPr>
          <p:cNvGrpSpPr/>
          <p:nvPr userDrawn="1"/>
        </p:nvGrpSpPr>
        <p:grpSpPr>
          <a:xfrm>
            <a:off x="-464936" y="1297630"/>
            <a:ext cx="166020" cy="532624"/>
            <a:chOff x="12883230" y="3752058"/>
            <a:chExt cx="166020" cy="629938"/>
          </a:xfrm>
        </p:grpSpPr>
        <p:cxnSp>
          <p:nvCxnSpPr>
            <p:cNvPr id="14" name="Gerade Verbindung 38">
              <a:extLst>
                <a:ext uri="{FF2B5EF4-FFF2-40B4-BE49-F238E27FC236}">
                  <a16:creationId xmlns:a16="http://schemas.microsoft.com/office/drawing/2014/main" id="{A89F0E87-0073-4D04-A48E-3A4AB98F6958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39">
              <a:extLst>
                <a:ext uri="{FF2B5EF4-FFF2-40B4-BE49-F238E27FC236}">
                  <a16:creationId xmlns:a16="http://schemas.microsoft.com/office/drawing/2014/main" id="{2C8412B3-C7F8-4A06-98D2-046CAF6CAE9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feld 44">
            <a:extLst>
              <a:ext uri="{FF2B5EF4-FFF2-40B4-BE49-F238E27FC236}">
                <a16:creationId xmlns:a16="http://schemas.microsoft.com/office/drawing/2014/main" id="{D8BD0A95-2B0B-47C6-A55F-C65D4251DE6D}"/>
              </a:ext>
            </a:extLst>
          </p:cNvPr>
          <p:cNvSpPr txBox="1"/>
          <p:nvPr userDrawn="1"/>
        </p:nvSpPr>
        <p:spPr>
          <a:xfrm>
            <a:off x="10491177" y="2833597"/>
            <a:ext cx="21935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 noProof="1">
                <a:solidFill>
                  <a:schemeClr val="accent2"/>
                </a:solidFill>
              </a:rPr>
              <a:t>Any picture can be used as a background. If there is no picture available, the title with pattern has to be used. Changing picture: MasterLayout tab &gt; Background image &gt; Insert... &gt;&gt; select picture </a:t>
            </a:r>
          </a:p>
        </p:txBody>
      </p:sp>
      <p:grpSp>
        <p:nvGrpSpPr>
          <p:cNvPr id="22" name="Gruppieren 45">
            <a:extLst>
              <a:ext uri="{FF2B5EF4-FFF2-40B4-BE49-F238E27FC236}">
                <a16:creationId xmlns:a16="http://schemas.microsoft.com/office/drawing/2014/main" id="{91266ACA-D2C8-473D-A372-94CBBA9DF960}"/>
              </a:ext>
            </a:extLst>
          </p:cNvPr>
          <p:cNvGrpSpPr/>
          <p:nvPr userDrawn="1"/>
        </p:nvGrpSpPr>
        <p:grpSpPr>
          <a:xfrm rot="10800000">
            <a:off x="10206098" y="2804518"/>
            <a:ext cx="166020" cy="532624"/>
            <a:chOff x="12883230" y="3752058"/>
            <a:chExt cx="166020" cy="629938"/>
          </a:xfrm>
        </p:grpSpPr>
        <p:cxnSp>
          <p:nvCxnSpPr>
            <p:cNvPr id="23" name="Gerade Verbindung 46">
              <a:extLst>
                <a:ext uri="{FF2B5EF4-FFF2-40B4-BE49-F238E27FC236}">
                  <a16:creationId xmlns:a16="http://schemas.microsoft.com/office/drawing/2014/main" id="{70FB68A8-1C18-4081-B47D-549D99D7BB2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47">
              <a:extLst>
                <a:ext uri="{FF2B5EF4-FFF2-40B4-BE49-F238E27FC236}">
                  <a16:creationId xmlns:a16="http://schemas.microsoft.com/office/drawing/2014/main" id="{2D05B174-348E-4902-8929-D7F4C1EC5533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feld 40">
            <a:extLst>
              <a:ext uri="{FF2B5EF4-FFF2-40B4-BE49-F238E27FC236}">
                <a16:creationId xmlns:a16="http://schemas.microsoft.com/office/drawing/2014/main" id="{39647BF4-00B1-48E2-913D-AC8714CF5E86}"/>
              </a:ext>
            </a:extLst>
          </p:cNvPr>
          <p:cNvSpPr txBox="1"/>
          <p:nvPr userDrawn="1"/>
        </p:nvSpPr>
        <p:spPr>
          <a:xfrm>
            <a:off x="10490990" y="6216348"/>
            <a:ext cx="21935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 noProof="1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26" name="Gruppieren 41">
            <a:extLst>
              <a:ext uri="{FF2B5EF4-FFF2-40B4-BE49-F238E27FC236}">
                <a16:creationId xmlns:a16="http://schemas.microsoft.com/office/drawing/2014/main" id="{95A80A95-707B-46E5-B67D-4439C8FDFD9E}"/>
              </a:ext>
            </a:extLst>
          </p:cNvPr>
          <p:cNvGrpSpPr/>
          <p:nvPr userDrawn="1"/>
        </p:nvGrpSpPr>
        <p:grpSpPr>
          <a:xfrm rot="10800000">
            <a:off x="10206098" y="6187719"/>
            <a:ext cx="166020" cy="532624"/>
            <a:chOff x="12883230" y="3752058"/>
            <a:chExt cx="166020" cy="629938"/>
          </a:xfrm>
        </p:grpSpPr>
        <p:cxnSp>
          <p:nvCxnSpPr>
            <p:cNvPr id="27" name="Gerade Verbindung 42">
              <a:extLst>
                <a:ext uri="{FF2B5EF4-FFF2-40B4-BE49-F238E27FC236}">
                  <a16:creationId xmlns:a16="http://schemas.microsoft.com/office/drawing/2014/main" id="{8C991E71-C638-4F0E-B299-C41BACB2D658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43">
              <a:extLst>
                <a:ext uri="{FF2B5EF4-FFF2-40B4-BE49-F238E27FC236}">
                  <a16:creationId xmlns:a16="http://schemas.microsoft.com/office/drawing/2014/main" id="{2D017751-CBBC-48CF-8907-BC60E5D5867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Grafik 28" descr="Ein Bild, das Zeichnung enthält.  Automatisch generierte Beschreibung" hidden="1">
            <a:extLst>
              <a:ext uri="{FF2B5EF4-FFF2-40B4-BE49-F238E27FC236}">
                <a16:creationId xmlns:a16="http://schemas.microsoft.com/office/drawing/2014/main" id="{F96487E1-9C3F-4E26-8F5A-F25C6052D9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25" y="3188102"/>
            <a:ext cx="77942" cy="113496"/>
          </a:xfrm>
          <a:prstGeom prst="rect">
            <a:avLst/>
          </a:prstGeom>
        </p:spPr>
      </p:pic>
      <p:sp>
        <p:nvSpPr>
          <p:cNvPr id="3" name="Hilfsshape">
            <a:extLst>
              <a:ext uri="{FF2B5EF4-FFF2-40B4-BE49-F238E27FC236}">
                <a16:creationId xmlns:a16="http://schemas.microsoft.com/office/drawing/2014/main" id="{B479291E-9DC9-4091-9B27-F7AFDAC759D8}"/>
              </a:ext>
            </a:extLst>
          </p:cNvPr>
          <p:cNvSpPr/>
          <p:nvPr userDrawn="1"/>
        </p:nvSpPr>
        <p:spPr>
          <a:xfrm>
            <a:off x="0" y="5949280"/>
            <a:ext cx="9906000" cy="908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pic>
        <p:nvPicPr>
          <p:cNvPr id="31" name="Logo">
            <a:extLst>
              <a:ext uri="{FF2B5EF4-FFF2-40B4-BE49-F238E27FC236}">
                <a16:creationId xmlns:a16="http://schemas.microsoft.com/office/drawing/2014/main" id="{337E60F9-41A5-40CC-BD71-681017D70B3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200" y="6238800"/>
            <a:ext cx="1893600" cy="414699"/>
          </a:xfrm>
          <a:prstGeom prst="rect">
            <a:avLst/>
          </a:prstGeom>
        </p:spPr>
      </p:pic>
      <p:pic>
        <p:nvPicPr>
          <p:cNvPr id="32" name="Logo_Motorsport">
            <a:extLst>
              <a:ext uri="{FF2B5EF4-FFF2-40B4-BE49-F238E27FC236}">
                <a16:creationId xmlns:a16="http://schemas.microsoft.com/office/drawing/2014/main" id="{5E6C380D-9EC3-454D-B69C-1041E05B4AB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583" y="6148800"/>
            <a:ext cx="1604217" cy="583200"/>
          </a:xfrm>
          <a:prstGeom prst="rect">
            <a:avLst/>
          </a:prstGeom>
        </p:spPr>
      </p:pic>
      <p:pic>
        <p:nvPicPr>
          <p:cNvPr id="33" name="Logo_Powertrain">
            <a:extLst>
              <a:ext uri="{FF2B5EF4-FFF2-40B4-BE49-F238E27FC236}">
                <a16:creationId xmlns:a16="http://schemas.microsoft.com/office/drawing/2014/main" id="{48208873-B8F8-4FDB-9AB6-5AEA9282B9B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800" y="6148800"/>
            <a:ext cx="1622141" cy="561600"/>
          </a:xfrm>
          <a:prstGeom prst="rect">
            <a:avLst/>
          </a:prstGeom>
        </p:spPr>
      </p:pic>
      <p:grpSp>
        <p:nvGrpSpPr>
          <p:cNvPr id="41" name="Gruppieren 33">
            <a:extLst>
              <a:ext uri="{FF2B5EF4-FFF2-40B4-BE49-F238E27FC236}">
                <a16:creationId xmlns:a16="http://schemas.microsoft.com/office/drawing/2014/main" id="{8CCD564F-F210-461C-A380-1FBB70608181}"/>
              </a:ext>
            </a:extLst>
          </p:cNvPr>
          <p:cNvGrpSpPr/>
          <p:nvPr userDrawn="1"/>
        </p:nvGrpSpPr>
        <p:grpSpPr>
          <a:xfrm>
            <a:off x="-572229" y="2420888"/>
            <a:ext cx="204332" cy="532624"/>
            <a:chOff x="12883230" y="3752058"/>
            <a:chExt cx="166020" cy="629938"/>
          </a:xfrm>
        </p:grpSpPr>
        <p:cxnSp>
          <p:nvCxnSpPr>
            <p:cNvPr id="42" name="Gerade Verbindung 34">
              <a:extLst>
                <a:ext uri="{FF2B5EF4-FFF2-40B4-BE49-F238E27FC236}">
                  <a16:creationId xmlns:a16="http://schemas.microsoft.com/office/drawing/2014/main" id="{13732B90-483C-4B7E-B747-C682D642BEBE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35">
              <a:extLst>
                <a:ext uri="{FF2B5EF4-FFF2-40B4-BE49-F238E27FC236}">
                  <a16:creationId xmlns:a16="http://schemas.microsoft.com/office/drawing/2014/main" id="{2AF0E313-D910-4C69-A51A-65C116B0862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feld 36">
            <a:extLst>
              <a:ext uri="{FF2B5EF4-FFF2-40B4-BE49-F238E27FC236}">
                <a16:creationId xmlns:a16="http://schemas.microsoft.com/office/drawing/2014/main" id="{4CF0006E-41C1-48D2-B7B7-FD90DF51A4AE}"/>
              </a:ext>
            </a:extLst>
          </p:cNvPr>
          <p:cNvSpPr txBox="1"/>
          <p:nvPr userDrawn="1"/>
        </p:nvSpPr>
        <p:spPr>
          <a:xfrm>
            <a:off x="-2126456" y="2527448"/>
            <a:ext cx="15571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  <p:grpSp>
        <p:nvGrpSpPr>
          <p:cNvPr id="30" name="Gruppieren 33">
            <a:extLst>
              <a:ext uri="{FF2B5EF4-FFF2-40B4-BE49-F238E27FC236}">
                <a16:creationId xmlns:a16="http://schemas.microsoft.com/office/drawing/2014/main" id="{9CD644CC-15B4-4700-8EA1-3A374D8368BC}"/>
              </a:ext>
            </a:extLst>
          </p:cNvPr>
          <p:cNvGrpSpPr/>
          <p:nvPr userDrawn="1"/>
        </p:nvGrpSpPr>
        <p:grpSpPr>
          <a:xfrm>
            <a:off x="-572229" y="3040392"/>
            <a:ext cx="204332" cy="532624"/>
            <a:chOff x="12883230" y="3752058"/>
            <a:chExt cx="166020" cy="629938"/>
          </a:xfrm>
        </p:grpSpPr>
        <p:cxnSp>
          <p:nvCxnSpPr>
            <p:cNvPr id="34" name="Gerade Verbindung 34">
              <a:extLst>
                <a:ext uri="{FF2B5EF4-FFF2-40B4-BE49-F238E27FC236}">
                  <a16:creationId xmlns:a16="http://schemas.microsoft.com/office/drawing/2014/main" id="{09F450B1-1D4F-4C94-839B-39BF7D6284C9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35">
              <a:extLst>
                <a:ext uri="{FF2B5EF4-FFF2-40B4-BE49-F238E27FC236}">
                  <a16:creationId xmlns:a16="http://schemas.microsoft.com/office/drawing/2014/main" id="{1234B488-4E8D-4599-B967-148E230B0A28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feld 36">
            <a:extLst>
              <a:ext uri="{FF2B5EF4-FFF2-40B4-BE49-F238E27FC236}">
                <a16:creationId xmlns:a16="http://schemas.microsoft.com/office/drawing/2014/main" id="{FF6A172B-E508-4191-85B0-72089EB80FCB}"/>
              </a:ext>
            </a:extLst>
          </p:cNvPr>
          <p:cNvSpPr txBox="1"/>
          <p:nvPr userDrawn="1"/>
        </p:nvSpPr>
        <p:spPr>
          <a:xfrm>
            <a:off x="-2126456" y="3146952"/>
            <a:ext cx="15571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flag is placed at the edge of the slide and is fixed in its size.</a:t>
            </a:r>
            <a:endParaRPr lang="en-US" sz="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519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2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1978">
          <p15:clr>
            <a:srgbClr val="FBAE40"/>
          </p15:clr>
        </p15:guide>
        <p15:guide id="4" pos="2848">
          <p15:clr>
            <a:srgbClr val="FBAE40"/>
          </p15:clr>
        </p15:guide>
        <p15:guide id="5" orient="horz" pos="37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with picture"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32">
            <a:extLst>
              <a:ext uri="{FF2B5EF4-FFF2-40B4-BE49-F238E27FC236}">
                <a16:creationId xmlns:a16="http://schemas.microsoft.com/office/drawing/2014/main" id="{C50D179B-09C3-4930-92F8-23675EE7460B}"/>
              </a:ext>
            </a:extLst>
          </p:cNvPr>
          <p:cNvSpPr txBox="1"/>
          <p:nvPr userDrawn="1"/>
        </p:nvSpPr>
        <p:spPr>
          <a:xfrm>
            <a:off x="-1945175" y="1227741"/>
            <a:ext cx="13779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800" noProof="1">
                <a:solidFill>
                  <a:schemeClr val="accent2"/>
                </a:solidFill>
              </a:rPr>
              <a:t>Short titles that cover only one or up to two lines should be used. The title should be aligned left and never centered.</a:t>
            </a:r>
          </a:p>
        </p:txBody>
      </p:sp>
      <p:grpSp>
        <p:nvGrpSpPr>
          <p:cNvPr id="13" name="Gruppieren 37">
            <a:extLst>
              <a:ext uri="{FF2B5EF4-FFF2-40B4-BE49-F238E27FC236}">
                <a16:creationId xmlns:a16="http://schemas.microsoft.com/office/drawing/2014/main" id="{556E1333-081E-4067-BC37-F35D99D461DF}"/>
              </a:ext>
            </a:extLst>
          </p:cNvPr>
          <p:cNvGrpSpPr/>
          <p:nvPr userDrawn="1"/>
        </p:nvGrpSpPr>
        <p:grpSpPr>
          <a:xfrm>
            <a:off x="-464936" y="1297630"/>
            <a:ext cx="166020" cy="532624"/>
            <a:chOff x="12883230" y="3752058"/>
            <a:chExt cx="166020" cy="629938"/>
          </a:xfrm>
        </p:grpSpPr>
        <p:cxnSp>
          <p:nvCxnSpPr>
            <p:cNvPr id="14" name="Gerade Verbindung 38">
              <a:extLst>
                <a:ext uri="{FF2B5EF4-FFF2-40B4-BE49-F238E27FC236}">
                  <a16:creationId xmlns:a16="http://schemas.microsoft.com/office/drawing/2014/main" id="{A89F0E87-0073-4D04-A48E-3A4AB98F6958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39">
              <a:extLst>
                <a:ext uri="{FF2B5EF4-FFF2-40B4-BE49-F238E27FC236}">
                  <a16:creationId xmlns:a16="http://schemas.microsoft.com/office/drawing/2014/main" id="{2C8412B3-C7F8-4A06-98D2-046CAF6CAE9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feld 44">
            <a:extLst>
              <a:ext uri="{FF2B5EF4-FFF2-40B4-BE49-F238E27FC236}">
                <a16:creationId xmlns:a16="http://schemas.microsoft.com/office/drawing/2014/main" id="{D8BD0A95-2B0B-47C6-A55F-C65D4251DE6D}"/>
              </a:ext>
            </a:extLst>
          </p:cNvPr>
          <p:cNvSpPr txBox="1"/>
          <p:nvPr userDrawn="1"/>
        </p:nvSpPr>
        <p:spPr>
          <a:xfrm>
            <a:off x="10491177" y="2833597"/>
            <a:ext cx="21935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 noProof="1">
                <a:solidFill>
                  <a:schemeClr val="accent2"/>
                </a:solidFill>
              </a:rPr>
              <a:t>Any picture can be used as a background. If there is no picture available, the title with pattern has to be used. Changing picture: MasterLayout tab &gt; Background image &gt; Insert... &gt;&gt; select picture </a:t>
            </a:r>
          </a:p>
        </p:txBody>
      </p:sp>
      <p:grpSp>
        <p:nvGrpSpPr>
          <p:cNvPr id="22" name="Gruppieren 45">
            <a:extLst>
              <a:ext uri="{FF2B5EF4-FFF2-40B4-BE49-F238E27FC236}">
                <a16:creationId xmlns:a16="http://schemas.microsoft.com/office/drawing/2014/main" id="{91266ACA-D2C8-473D-A372-94CBBA9DF960}"/>
              </a:ext>
            </a:extLst>
          </p:cNvPr>
          <p:cNvGrpSpPr/>
          <p:nvPr userDrawn="1"/>
        </p:nvGrpSpPr>
        <p:grpSpPr>
          <a:xfrm rot="10800000">
            <a:off x="10206098" y="2804518"/>
            <a:ext cx="166020" cy="532624"/>
            <a:chOff x="12883230" y="3752058"/>
            <a:chExt cx="166020" cy="629938"/>
          </a:xfrm>
        </p:grpSpPr>
        <p:cxnSp>
          <p:nvCxnSpPr>
            <p:cNvPr id="23" name="Gerade Verbindung 46">
              <a:extLst>
                <a:ext uri="{FF2B5EF4-FFF2-40B4-BE49-F238E27FC236}">
                  <a16:creationId xmlns:a16="http://schemas.microsoft.com/office/drawing/2014/main" id="{70FB68A8-1C18-4081-B47D-549D99D7BB2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47">
              <a:extLst>
                <a:ext uri="{FF2B5EF4-FFF2-40B4-BE49-F238E27FC236}">
                  <a16:creationId xmlns:a16="http://schemas.microsoft.com/office/drawing/2014/main" id="{2D05B174-348E-4902-8929-D7F4C1EC5533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feld 40">
            <a:extLst>
              <a:ext uri="{FF2B5EF4-FFF2-40B4-BE49-F238E27FC236}">
                <a16:creationId xmlns:a16="http://schemas.microsoft.com/office/drawing/2014/main" id="{39647BF4-00B1-48E2-913D-AC8714CF5E86}"/>
              </a:ext>
            </a:extLst>
          </p:cNvPr>
          <p:cNvSpPr txBox="1"/>
          <p:nvPr userDrawn="1"/>
        </p:nvSpPr>
        <p:spPr>
          <a:xfrm>
            <a:off x="10490990" y="6216348"/>
            <a:ext cx="21935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 noProof="1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</a:p>
        </p:txBody>
      </p:sp>
      <p:grpSp>
        <p:nvGrpSpPr>
          <p:cNvPr id="26" name="Gruppieren 41">
            <a:extLst>
              <a:ext uri="{FF2B5EF4-FFF2-40B4-BE49-F238E27FC236}">
                <a16:creationId xmlns:a16="http://schemas.microsoft.com/office/drawing/2014/main" id="{95A80A95-707B-46E5-B67D-4439C8FDFD9E}"/>
              </a:ext>
            </a:extLst>
          </p:cNvPr>
          <p:cNvGrpSpPr/>
          <p:nvPr userDrawn="1"/>
        </p:nvGrpSpPr>
        <p:grpSpPr>
          <a:xfrm rot="10800000">
            <a:off x="10206098" y="6187719"/>
            <a:ext cx="166020" cy="532624"/>
            <a:chOff x="12883230" y="3752058"/>
            <a:chExt cx="166020" cy="629938"/>
          </a:xfrm>
        </p:grpSpPr>
        <p:cxnSp>
          <p:nvCxnSpPr>
            <p:cNvPr id="27" name="Gerade Verbindung 42">
              <a:extLst>
                <a:ext uri="{FF2B5EF4-FFF2-40B4-BE49-F238E27FC236}">
                  <a16:creationId xmlns:a16="http://schemas.microsoft.com/office/drawing/2014/main" id="{8C991E71-C638-4F0E-B299-C41BACB2D658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43">
              <a:extLst>
                <a:ext uri="{FF2B5EF4-FFF2-40B4-BE49-F238E27FC236}">
                  <a16:creationId xmlns:a16="http://schemas.microsoft.com/office/drawing/2014/main" id="{2D017751-CBBC-48CF-8907-BC60E5D5867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Grafik 28" descr="Ein Bild, das Zeichnung enthält.  Automatisch generierte Beschreibung" hidden="1">
            <a:extLst>
              <a:ext uri="{FF2B5EF4-FFF2-40B4-BE49-F238E27FC236}">
                <a16:creationId xmlns:a16="http://schemas.microsoft.com/office/drawing/2014/main" id="{F96487E1-9C3F-4E26-8F5A-F25C6052D9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25" y="3188102"/>
            <a:ext cx="77942" cy="113496"/>
          </a:xfrm>
          <a:prstGeom prst="rect">
            <a:avLst/>
          </a:prstGeom>
        </p:spPr>
      </p:pic>
      <p:sp>
        <p:nvSpPr>
          <p:cNvPr id="3" name="Hilfsshape">
            <a:extLst>
              <a:ext uri="{FF2B5EF4-FFF2-40B4-BE49-F238E27FC236}">
                <a16:creationId xmlns:a16="http://schemas.microsoft.com/office/drawing/2014/main" id="{B479291E-9DC9-4091-9B27-F7AFDAC759D8}"/>
              </a:ext>
            </a:extLst>
          </p:cNvPr>
          <p:cNvSpPr/>
          <p:nvPr userDrawn="1"/>
        </p:nvSpPr>
        <p:spPr>
          <a:xfrm>
            <a:off x="0" y="5949280"/>
            <a:ext cx="9906000" cy="908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180000" rtlCol="0" anchor="t" anchorCtr="0"/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pic>
        <p:nvPicPr>
          <p:cNvPr id="31" name="Logo">
            <a:extLst>
              <a:ext uri="{FF2B5EF4-FFF2-40B4-BE49-F238E27FC236}">
                <a16:creationId xmlns:a16="http://schemas.microsoft.com/office/drawing/2014/main" id="{337E60F9-41A5-40CC-BD71-681017D70B3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200" y="6238800"/>
            <a:ext cx="1893600" cy="414699"/>
          </a:xfrm>
          <a:prstGeom prst="rect">
            <a:avLst/>
          </a:prstGeom>
        </p:spPr>
      </p:pic>
      <p:pic>
        <p:nvPicPr>
          <p:cNvPr id="32" name="Logo_Motorsport">
            <a:extLst>
              <a:ext uri="{FF2B5EF4-FFF2-40B4-BE49-F238E27FC236}">
                <a16:creationId xmlns:a16="http://schemas.microsoft.com/office/drawing/2014/main" id="{5E6C380D-9EC3-454D-B69C-1041E05B4AB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583" y="6148800"/>
            <a:ext cx="1604217" cy="583200"/>
          </a:xfrm>
          <a:prstGeom prst="rect">
            <a:avLst/>
          </a:prstGeom>
        </p:spPr>
      </p:pic>
      <p:pic>
        <p:nvPicPr>
          <p:cNvPr id="33" name="Logo_Powertrain">
            <a:extLst>
              <a:ext uri="{FF2B5EF4-FFF2-40B4-BE49-F238E27FC236}">
                <a16:creationId xmlns:a16="http://schemas.microsoft.com/office/drawing/2014/main" id="{48208873-B8F8-4FDB-9AB6-5AEA9282B9B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800" y="6148800"/>
            <a:ext cx="1622141" cy="561600"/>
          </a:xfrm>
          <a:prstGeom prst="rect">
            <a:avLst/>
          </a:prstGeom>
        </p:spPr>
      </p:pic>
      <p:grpSp>
        <p:nvGrpSpPr>
          <p:cNvPr id="41" name="Gruppieren 33">
            <a:extLst>
              <a:ext uri="{FF2B5EF4-FFF2-40B4-BE49-F238E27FC236}">
                <a16:creationId xmlns:a16="http://schemas.microsoft.com/office/drawing/2014/main" id="{8CCD564F-F210-461C-A380-1FBB70608181}"/>
              </a:ext>
            </a:extLst>
          </p:cNvPr>
          <p:cNvGrpSpPr/>
          <p:nvPr userDrawn="1"/>
        </p:nvGrpSpPr>
        <p:grpSpPr>
          <a:xfrm>
            <a:off x="-572229" y="2420888"/>
            <a:ext cx="204332" cy="532624"/>
            <a:chOff x="12883230" y="3752058"/>
            <a:chExt cx="166020" cy="629938"/>
          </a:xfrm>
        </p:grpSpPr>
        <p:cxnSp>
          <p:nvCxnSpPr>
            <p:cNvPr id="42" name="Gerade Verbindung 34">
              <a:extLst>
                <a:ext uri="{FF2B5EF4-FFF2-40B4-BE49-F238E27FC236}">
                  <a16:creationId xmlns:a16="http://schemas.microsoft.com/office/drawing/2014/main" id="{13732B90-483C-4B7E-B747-C682D642BEBE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35">
              <a:extLst>
                <a:ext uri="{FF2B5EF4-FFF2-40B4-BE49-F238E27FC236}">
                  <a16:creationId xmlns:a16="http://schemas.microsoft.com/office/drawing/2014/main" id="{2AF0E313-D910-4C69-A51A-65C116B0862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feld 36">
            <a:extLst>
              <a:ext uri="{FF2B5EF4-FFF2-40B4-BE49-F238E27FC236}">
                <a16:creationId xmlns:a16="http://schemas.microsoft.com/office/drawing/2014/main" id="{4CF0006E-41C1-48D2-B7B7-FD90DF51A4AE}"/>
              </a:ext>
            </a:extLst>
          </p:cNvPr>
          <p:cNvSpPr txBox="1"/>
          <p:nvPr userDrawn="1"/>
        </p:nvSpPr>
        <p:spPr>
          <a:xfrm>
            <a:off x="-2126456" y="2527448"/>
            <a:ext cx="15571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  <p:grpSp>
        <p:nvGrpSpPr>
          <p:cNvPr id="30" name="Gruppieren 33">
            <a:extLst>
              <a:ext uri="{FF2B5EF4-FFF2-40B4-BE49-F238E27FC236}">
                <a16:creationId xmlns:a16="http://schemas.microsoft.com/office/drawing/2014/main" id="{9CD644CC-15B4-4700-8EA1-3A374D8368BC}"/>
              </a:ext>
            </a:extLst>
          </p:cNvPr>
          <p:cNvGrpSpPr/>
          <p:nvPr userDrawn="1"/>
        </p:nvGrpSpPr>
        <p:grpSpPr>
          <a:xfrm>
            <a:off x="-572229" y="3040392"/>
            <a:ext cx="204332" cy="532624"/>
            <a:chOff x="12883230" y="3752058"/>
            <a:chExt cx="166020" cy="629938"/>
          </a:xfrm>
        </p:grpSpPr>
        <p:cxnSp>
          <p:nvCxnSpPr>
            <p:cNvPr id="34" name="Gerade Verbindung 34">
              <a:extLst>
                <a:ext uri="{FF2B5EF4-FFF2-40B4-BE49-F238E27FC236}">
                  <a16:creationId xmlns:a16="http://schemas.microsoft.com/office/drawing/2014/main" id="{09F450B1-1D4F-4C94-839B-39BF7D6284C9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 Verbindung 35">
              <a:extLst>
                <a:ext uri="{FF2B5EF4-FFF2-40B4-BE49-F238E27FC236}">
                  <a16:creationId xmlns:a16="http://schemas.microsoft.com/office/drawing/2014/main" id="{1234B488-4E8D-4599-B967-148E230B0A28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feld 36">
            <a:extLst>
              <a:ext uri="{FF2B5EF4-FFF2-40B4-BE49-F238E27FC236}">
                <a16:creationId xmlns:a16="http://schemas.microsoft.com/office/drawing/2014/main" id="{FF6A172B-E508-4191-85B0-72089EB80FCB}"/>
              </a:ext>
            </a:extLst>
          </p:cNvPr>
          <p:cNvSpPr txBox="1"/>
          <p:nvPr userDrawn="1"/>
        </p:nvSpPr>
        <p:spPr>
          <a:xfrm>
            <a:off x="-2126456" y="3146952"/>
            <a:ext cx="15571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flag is placed at the edge of the slide and is fixed in its size.</a:t>
            </a:r>
            <a:endParaRPr lang="en-US" sz="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301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2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1978">
          <p15:clr>
            <a:srgbClr val="FBAE40"/>
          </p15:clr>
        </p15:guide>
        <p15:guide id="4" pos="2848">
          <p15:clr>
            <a:srgbClr val="FBAE40"/>
          </p15:clr>
        </p15:guide>
        <p15:guide id="5" orient="horz" pos="37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tags" Target="../tags/tag6.xml"/><Relationship Id="rId18" Type="http://schemas.openxmlformats.org/officeDocument/2006/relationships/tags" Target="../tags/tag1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5.xml"/><Relationship Id="rId17" Type="http://schemas.openxmlformats.org/officeDocument/2006/relationships/tags" Target="../tags/tag10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9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8.xml"/><Relationship Id="rId10" Type="http://schemas.openxmlformats.org/officeDocument/2006/relationships/tags" Target="../tags/tag3.xml"/><Relationship Id="rId19" Type="http://schemas.openxmlformats.org/officeDocument/2006/relationships/image" Target="../media/image1.gif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Relationship Id="rId14" Type="http://schemas.openxmlformats.org/officeDocument/2006/relationships/tags" Target="../tags/tag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/>
          <p:cNvPicPr>
            <a:picLocks/>
          </p:cNvPicPr>
          <p:nvPr userDrawn="1">
            <p:custDataLst>
              <p:tags r:id="rId9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"/>
            <a:ext cx="9906000" cy="836711"/>
          </a:xfrm>
          <a:prstGeom prst="rect">
            <a:avLst/>
          </a:prstGeom>
          <a:ln w="0"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29" name="Line 6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0" y="1346200"/>
            <a:ext cx="99060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anchor="ctr"/>
          <a:lstStyle/>
          <a:p>
            <a:endParaRPr lang="en-US" spc="0"/>
          </a:p>
        </p:txBody>
      </p:sp>
      <p:pic>
        <p:nvPicPr>
          <p:cNvPr id="4" name="3 Imagen"/>
          <p:cNvPicPr>
            <a:picLocks/>
          </p:cNvPicPr>
          <p:nvPr userDrawn="1">
            <p:custDataLst>
              <p:tags r:id="rId11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0"/>
            <a:ext cx="9918700" cy="393700"/>
          </a:xfrm>
          <a:prstGeom prst="rect">
            <a:avLst/>
          </a:prstGeom>
          <a:ln w="0"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30" name="Line 5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0" y="6464300"/>
            <a:ext cx="99060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anchor="ctr"/>
          <a:lstStyle/>
          <a:p>
            <a:endParaRPr lang="en-US" spc="0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  <p:custDataLst>
              <p:tags r:id="rId13"/>
            </p:custDataLst>
          </p:nvPr>
        </p:nvSpPr>
        <p:spPr bwMode="auto">
          <a:xfrm>
            <a:off x="381000" y="1485900"/>
            <a:ext cx="91440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31" name="Line 3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381000" y="6553200"/>
            <a:ext cx="0" cy="228600"/>
          </a:xfrm>
          <a:prstGeom prst="line">
            <a:avLst/>
          </a:prstGeom>
          <a:noFill/>
          <a:ln w="12700">
            <a:solidFill>
              <a:srgbClr val="C6C6C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anchor="ctr"/>
          <a:lstStyle/>
          <a:p>
            <a:endParaRPr lang="en-US" spc="0"/>
          </a:p>
        </p:txBody>
      </p:sp>
      <p:sp>
        <p:nvSpPr>
          <p:cNvPr id="1032" name="Rectangle 4"/>
          <p:cNvSpPr>
            <a:spLocks noGrp="1" noChangeArrowheads="1"/>
          </p:cNvSpPr>
          <p:nvPr>
            <p:ph type="title"/>
            <p:custDataLst>
              <p:tags r:id="rId15"/>
            </p:custDataLst>
          </p:nvPr>
        </p:nvSpPr>
        <p:spPr bwMode="auto">
          <a:xfrm>
            <a:off x="381000" y="698500"/>
            <a:ext cx="66040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Titelmasterformat durch Klicken bearbeiten</a:t>
            </a:r>
          </a:p>
        </p:txBody>
      </p:sp>
      <p:sp>
        <p:nvSpPr>
          <p:cNvPr id="9" name="Foliennummernplatzhalter 4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0" y="6477000"/>
            <a:ext cx="381000" cy="381000"/>
          </a:xfrm>
          <a:prstGeom prst="rect">
            <a:avLst/>
          </a:prstGeom>
          <a:ln w="0"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>
            <a:lvl1pPr algn="ctr" eaLnBrk="0" hangingPunct="0">
              <a:spcBef>
                <a:spcPts val="0"/>
              </a:spcBef>
              <a:spcAft>
                <a:spcPts val="0"/>
              </a:spcAft>
              <a:defRPr sz="800" spc="0" noProof="1">
                <a:solidFill>
                  <a:srgbClr val="FFFFFF"/>
                </a:solidFill>
              </a:defRPr>
            </a:lvl1pPr>
          </a:lstStyle>
          <a:p>
            <a:fld id="{AF7D6593-ED48-4623-A2E7-E0DDD5BB5111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" name="1 CuadroTexto"/>
          <p:cNvSpPr txBox="1">
            <a:spLocks/>
          </p:cNvSpPr>
          <p:nvPr userDrawn="1">
            <p:custDataLst>
              <p:tags r:id="rId17"/>
            </p:custDataLst>
          </p:nvPr>
        </p:nvSpPr>
        <p:spPr>
          <a:xfrm>
            <a:off x="476250" y="6571362"/>
            <a:ext cx="6858000" cy="228600"/>
          </a:xfrm>
          <a:prstGeom prst="rect">
            <a:avLst/>
          </a:prstGeom>
          <a:noFill/>
          <a:ln w="0"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700" spc="0" dirty="0">
                <a:solidFill>
                  <a:srgbClr val="8E8E8E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MAHLE Group, MATS, XE ChangShu, </a:t>
            </a:r>
            <a:r>
              <a:rPr lang="en-US" altLang="zh-CN" sz="700" spc="0" dirty="0">
                <a:solidFill>
                  <a:srgbClr val="8E8E8E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Sep.</a:t>
            </a:r>
            <a:r>
              <a:rPr lang="en-US" sz="700" spc="0" dirty="0">
                <a:solidFill>
                  <a:srgbClr val="8E8E8E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 11th, 2025</a:t>
            </a:r>
            <a:endParaRPr lang="en-GB" sz="700" spc="0" dirty="0">
              <a:solidFill>
                <a:srgbClr val="8E8E8E"/>
              </a:solidFill>
              <a:latin typeface="Arial" pitchFamily="34" charset="0"/>
              <a:ea typeface="Arial Unicode MS" pitchFamily="34" charset="-128"/>
              <a:cs typeface="Arial" pitchFamily="34" charset="0"/>
            </a:endParaRPr>
          </a:p>
        </p:txBody>
      </p:sp>
      <p:pic>
        <p:nvPicPr>
          <p:cNvPr id="6" name="5 Imagen"/>
          <p:cNvPicPr>
            <a:picLocks/>
          </p:cNvPicPr>
          <p:nvPr userDrawn="1">
            <p:custDataLst>
              <p:tags r:id="rId18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223" y="204468"/>
            <a:ext cx="1738630" cy="49403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FD23DA8-0A03-3158-FD7D-43702EADCA6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6557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MAHLE internal restricted (CL2)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4" r:id="rId2"/>
    <p:sldLayoutId id="2147483716" r:id="rId3"/>
    <p:sldLayoutId id="2147483717" r:id="rId4"/>
    <p:sldLayoutId id="2147483719" r:id="rId5"/>
    <p:sldLayoutId id="2147483720" r:id="rId6"/>
    <p:sldLayoutId id="2147483721" r:id="rId7"/>
  </p:sldLayoutIdLst>
  <p:transition/>
  <p:txStyles>
    <p:titleStyle>
      <a:lvl1pPr algn="l" rtl="0" eaLnBrk="0" fontAlgn="base" hangingPunct="0">
        <a:spcBef>
          <a:spcPts val="900"/>
        </a:spcBef>
        <a:spcAft>
          <a:spcPts val="0"/>
        </a:spcAft>
        <a:buFontTx/>
        <a:buNone/>
        <a:defRPr sz="2000" b="0" i="0" u="none" spc="0">
          <a:solidFill>
            <a:srgbClr val="000000"/>
          </a:solidFill>
          <a:latin typeface="Arial"/>
          <a:ea typeface="+mj-ea"/>
          <a:cs typeface="+mj-cs"/>
        </a:defRPr>
      </a:lvl1pPr>
      <a:lvl2pPr algn="l" rtl="0" eaLnBrk="0" fontAlgn="base" hangingPunct="0">
        <a:spcBef>
          <a:spcPts val="900"/>
        </a:spcBef>
        <a:spcAft>
          <a:spcPct val="0"/>
        </a:spcAft>
        <a:defRPr sz="2000">
          <a:solidFill>
            <a:srgbClr val="000000"/>
          </a:solidFill>
          <a:latin typeface="Arial" charset="0"/>
        </a:defRPr>
      </a:lvl2pPr>
      <a:lvl3pPr algn="l" rtl="0" eaLnBrk="0" fontAlgn="base" hangingPunct="0">
        <a:spcBef>
          <a:spcPts val="900"/>
        </a:spcBef>
        <a:spcAft>
          <a:spcPct val="0"/>
        </a:spcAft>
        <a:defRPr sz="2000">
          <a:solidFill>
            <a:srgbClr val="000000"/>
          </a:solidFill>
          <a:latin typeface="Arial" charset="0"/>
        </a:defRPr>
      </a:lvl3pPr>
      <a:lvl4pPr algn="l" rtl="0" eaLnBrk="0" fontAlgn="base" hangingPunct="0">
        <a:spcBef>
          <a:spcPts val="900"/>
        </a:spcBef>
        <a:spcAft>
          <a:spcPct val="0"/>
        </a:spcAft>
        <a:defRPr sz="2000">
          <a:solidFill>
            <a:srgbClr val="000000"/>
          </a:solidFill>
          <a:latin typeface="Arial" charset="0"/>
        </a:defRPr>
      </a:lvl4pPr>
      <a:lvl5pPr algn="l" rtl="0" eaLnBrk="0" fontAlgn="base" hangingPunct="0">
        <a:spcBef>
          <a:spcPts val="900"/>
        </a:spcBef>
        <a:spcAft>
          <a:spcPct val="0"/>
        </a:spcAft>
        <a:defRPr sz="2000">
          <a:solidFill>
            <a:srgbClr val="000000"/>
          </a:solidFill>
          <a:latin typeface="Arial" charset="0"/>
        </a:defRPr>
      </a:lvl5pPr>
      <a:lvl6pPr marL="457200" algn="l" rtl="0" eaLnBrk="0" fontAlgn="base" hangingPunct="0">
        <a:spcBef>
          <a:spcPts val="900"/>
        </a:spcBef>
        <a:spcAft>
          <a:spcPct val="0"/>
        </a:spcAft>
        <a:defRPr sz="2000">
          <a:solidFill>
            <a:srgbClr val="000000"/>
          </a:solidFill>
          <a:latin typeface="Arial" charset="0"/>
        </a:defRPr>
      </a:lvl6pPr>
      <a:lvl7pPr marL="914400" algn="l" rtl="0" eaLnBrk="0" fontAlgn="base" hangingPunct="0">
        <a:spcBef>
          <a:spcPts val="900"/>
        </a:spcBef>
        <a:spcAft>
          <a:spcPct val="0"/>
        </a:spcAft>
        <a:defRPr sz="2000">
          <a:solidFill>
            <a:srgbClr val="000000"/>
          </a:solidFill>
          <a:latin typeface="Arial" charset="0"/>
        </a:defRPr>
      </a:lvl7pPr>
      <a:lvl8pPr marL="1371600" algn="l" rtl="0" eaLnBrk="0" fontAlgn="base" hangingPunct="0">
        <a:spcBef>
          <a:spcPts val="900"/>
        </a:spcBef>
        <a:spcAft>
          <a:spcPct val="0"/>
        </a:spcAft>
        <a:defRPr sz="2000">
          <a:solidFill>
            <a:srgbClr val="000000"/>
          </a:solidFill>
          <a:latin typeface="Arial" charset="0"/>
        </a:defRPr>
      </a:lvl8pPr>
      <a:lvl9pPr marL="1828800" algn="l" rtl="0" eaLnBrk="0" fontAlgn="base" hangingPunct="0">
        <a:spcBef>
          <a:spcPts val="900"/>
        </a:spcBef>
        <a:spcAft>
          <a:spcPct val="0"/>
        </a:spcAft>
        <a:defRPr sz="2000">
          <a:solidFill>
            <a:srgbClr val="000000"/>
          </a:solidFill>
          <a:latin typeface="Arial" charset="0"/>
        </a:defRPr>
      </a:lvl9pPr>
    </p:titleStyle>
    <p:bodyStyle>
      <a:lvl1pPr marL="482600" indent="-482600" algn="l" rtl="0" eaLnBrk="0" fontAlgn="base" hangingPunct="0">
        <a:lnSpc>
          <a:spcPts val="1800"/>
        </a:lnSpc>
        <a:spcBef>
          <a:spcPts val="900"/>
        </a:spcBef>
        <a:spcAft>
          <a:spcPts val="0"/>
        </a:spcAft>
        <a:buClr>
          <a:srgbClr val="1E2A63"/>
        </a:buClr>
        <a:buSzPct val="100000"/>
        <a:buFont typeface="Wingdings"/>
        <a:buChar char="n"/>
        <a:defRPr sz="1600" b="0" i="0" u="none" spc="0">
          <a:solidFill>
            <a:srgbClr val="000000"/>
          </a:solidFill>
          <a:latin typeface="Arial"/>
          <a:ea typeface="+mn-ea"/>
          <a:cs typeface="+mn-cs"/>
        </a:defRPr>
      </a:lvl1pPr>
      <a:lvl2pPr marL="958850" indent="-457200" algn="l" rtl="0" eaLnBrk="0" fontAlgn="base" hangingPunct="0">
        <a:lnSpc>
          <a:spcPts val="1800"/>
        </a:lnSpc>
        <a:spcBef>
          <a:spcPts val="900"/>
        </a:spcBef>
        <a:spcAft>
          <a:spcPts val="0"/>
        </a:spcAft>
        <a:buClr>
          <a:srgbClr val="1E2A63"/>
        </a:buClr>
        <a:buSzPct val="100000"/>
        <a:buFont typeface="Arial"/>
        <a:buChar char="–"/>
        <a:defRPr sz="1600" b="0" i="0" u="none" spc="0">
          <a:solidFill>
            <a:srgbClr val="000000"/>
          </a:solidFill>
          <a:latin typeface="Arial"/>
        </a:defRPr>
      </a:lvl2pPr>
      <a:lvl3pPr marL="1383030" indent="-419100" algn="l" rtl="0" eaLnBrk="0" fontAlgn="base" hangingPunct="0">
        <a:lnSpc>
          <a:spcPts val="1800"/>
        </a:lnSpc>
        <a:spcBef>
          <a:spcPts val="900"/>
        </a:spcBef>
        <a:spcAft>
          <a:spcPts val="0"/>
        </a:spcAft>
        <a:buClr>
          <a:srgbClr val="1E2A63"/>
        </a:buClr>
        <a:buSzPct val="100000"/>
        <a:buFont typeface="Wingdings"/>
        <a:buChar char="§"/>
        <a:defRPr sz="1600" b="0" i="0" u="none" spc="0">
          <a:solidFill>
            <a:srgbClr val="000000"/>
          </a:solidFill>
          <a:latin typeface="Arial"/>
        </a:defRPr>
      </a:lvl3pPr>
      <a:lvl4pPr marL="1802130" indent="-419100" algn="l" rtl="0" eaLnBrk="0" fontAlgn="base" hangingPunct="0">
        <a:lnSpc>
          <a:spcPts val="1800"/>
        </a:lnSpc>
        <a:spcBef>
          <a:spcPts val="900"/>
        </a:spcBef>
        <a:spcAft>
          <a:spcPts val="0"/>
        </a:spcAft>
        <a:buClr>
          <a:srgbClr val="1E2A63"/>
        </a:buClr>
        <a:buSzPct val="100000"/>
        <a:buFont typeface="Wingdings"/>
        <a:buChar char="§"/>
        <a:defRPr sz="1600" b="0" i="0" u="none" spc="0">
          <a:solidFill>
            <a:srgbClr val="000000"/>
          </a:solidFill>
          <a:latin typeface="Arial"/>
        </a:defRPr>
      </a:lvl4pPr>
      <a:lvl5pPr marL="2221230" indent="-419100" algn="l" rtl="0" eaLnBrk="0" fontAlgn="base" hangingPunct="0">
        <a:lnSpc>
          <a:spcPts val="1800"/>
        </a:lnSpc>
        <a:spcBef>
          <a:spcPts val="900"/>
        </a:spcBef>
        <a:spcAft>
          <a:spcPts val="0"/>
        </a:spcAft>
        <a:buClr>
          <a:srgbClr val="1E2A63"/>
        </a:buClr>
        <a:buSzPct val="100000"/>
        <a:buFont typeface="Wingdings"/>
        <a:buChar char="§"/>
        <a:defRPr sz="1600" b="0" i="0" u="none" spc="0">
          <a:solidFill>
            <a:srgbClr val="000000"/>
          </a:solidFill>
          <a:latin typeface="Arial"/>
        </a:defRPr>
      </a:lvl5pPr>
      <a:lvl6pPr marL="2678113" indent="-419100" algn="l" rtl="0" eaLnBrk="0" fontAlgn="base" hangingPunct="0">
        <a:lnSpc>
          <a:spcPts val="1800"/>
        </a:lnSpc>
        <a:spcBef>
          <a:spcPts val="900"/>
        </a:spcBef>
        <a:spcAft>
          <a:spcPct val="0"/>
        </a:spcAft>
        <a:buClr>
          <a:srgbClr val="1E2A63"/>
        </a:buClr>
        <a:buSzPct val="100000"/>
        <a:buFont typeface="Wingdings" pitchFamily="2" charset="2"/>
        <a:buChar char="§"/>
        <a:defRPr sz="800">
          <a:solidFill>
            <a:schemeClr val="tx1"/>
          </a:solidFill>
          <a:latin typeface="+mn-lt"/>
        </a:defRPr>
      </a:lvl6pPr>
      <a:lvl7pPr marL="3135313" indent="-419100" algn="l" rtl="0" eaLnBrk="0" fontAlgn="base" hangingPunct="0">
        <a:lnSpc>
          <a:spcPts val="1800"/>
        </a:lnSpc>
        <a:spcBef>
          <a:spcPts val="900"/>
        </a:spcBef>
        <a:spcAft>
          <a:spcPct val="0"/>
        </a:spcAft>
        <a:buClr>
          <a:srgbClr val="1E2A63"/>
        </a:buClr>
        <a:buSzPct val="100000"/>
        <a:buFont typeface="Wingdings" pitchFamily="2" charset="2"/>
        <a:buChar char="§"/>
        <a:defRPr sz="800">
          <a:solidFill>
            <a:schemeClr val="tx1"/>
          </a:solidFill>
          <a:latin typeface="+mn-lt"/>
        </a:defRPr>
      </a:lvl7pPr>
      <a:lvl8pPr marL="3592513" indent="-419100" algn="l" rtl="0" eaLnBrk="0" fontAlgn="base" hangingPunct="0">
        <a:lnSpc>
          <a:spcPts val="1800"/>
        </a:lnSpc>
        <a:spcBef>
          <a:spcPts val="900"/>
        </a:spcBef>
        <a:spcAft>
          <a:spcPct val="0"/>
        </a:spcAft>
        <a:buClr>
          <a:srgbClr val="1E2A63"/>
        </a:buClr>
        <a:buSzPct val="100000"/>
        <a:buFont typeface="Wingdings" pitchFamily="2" charset="2"/>
        <a:buChar char="§"/>
        <a:defRPr sz="800">
          <a:solidFill>
            <a:schemeClr val="tx1"/>
          </a:solidFill>
          <a:latin typeface="+mn-lt"/>
        </a:defRPr>
      </a:lvl8pPr>
      <a:lvl9pPr marL="4049713" indent="-419100" algn="l" rtl="0" eaLnBrk="0" fontAlgn="base" hangingPunct="0">
        <a:lnSpc>
          <a:spcPts val="1800"/>
        </a:lnSpc>
        <a:spcBef>
          <a:spcPts val="900"/>
        </a:spcBef>
        <a:spcAft>
          <a:spcPct val="0"/>
        </a:spcAft>
        <a:buClr>
          <a:srgbClr val="1E2A63"/>
        </a:buClr>
        <a:buSzPct val="100000"/>
        <a:buFont typeface="Wingdings" pitchFamily="2" charset="2"/>
        <a:buChar char="§"/>
        <a:defRPr sz="8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3" Type="http://schemas.openxmlformats.org/officeDocument/2006/relationships/tags" Target="../tags/tag22.xml"/><Relationship Id="rId21" Type="http://schemas.openxmlformats.org/officeDocument/2006/relationships/image" Target="../media/image8.png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10" Type="http://schemas.openxmlformats.org/officeDocument/2006/relationships/tags" Target="../tags/tag29.xml"/><Relationship Id="rId19" Type="http://schemas.openxmlformats.org/officeDocument/2006/relationships/tags" Target="../tags/tag38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0" y="1700808"/>
            <a:ext cx="5097016" cy="684076"/>
          </a:xfrm>
          <a:ln w="0"/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/>
          <a:lstStyle/>
          <a:p>
            <a:r>
              <a:rPr lang="en-US" altLang="zh-CN" sz="4000" b="1" i="1" dirty="0"/>
              <a:t>UAES</a:t>
            </a:r>
            <a:r>
              <a:rPr lang="zh-CN" altLang="en-US" sz="4000" b="1" i="1" dirty="0"/>
              <a:t>返回件故障</a:t>
            </a:r>
            <a:br>
              <a:rPr lang="en-US" altLang="zh-CN" sz="4000" b="1" i="1" dirty="0"/>
            </a:br>
            <a:r>
              <a:rPr lang="zh-CN" altLang="en-US" sz="4000" b="1" i="1" dirty="0"/>
              <a:t>分析</a:t>
            </a:r>
            <a:endParaRPr lang="en-GB" sz="4000" b="1" i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378710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22 Conector recto" hidden="1"/>
          <p:cNvCxnSpPr/>
          <p:nvPr>
            <p:custDataLst>
              <p:tags r:id="rId2"/>
            </p:custDataLst>
          </p:nvPr>
        </p:nvCxnSpPr>
        <p:spPr>
          <a:xfrm>
            <a:off x="0" y="381000"/>
            <a:ext cx="9906000" cy="0"/>
          </a:xfrm>
          <a:prstGeom prst="line">
            <a:avLst/>
          </a:prstGeom>
          <a:ln w="12700" cap="flat" cmpd="sng" algn="ctr">
            <a:solidFill>
              <a:srgbClr val="FF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 hidden="1"/>
          <p:cNvCxnSpPr/>
          <p:nvPr>
            <p:custDataLst>
              <p:tags r:id="rId3"/>
            </p:custDataLst>
          </p:nvPr>
        </p:nvCxnSpPr>
        <p:spPr>
          <a:xfrm>
            <a:off x="0" y="762000"/>
            <a:ext cx="9906000" cy="0"/>
          </a:xfrm>
          <a:prstGeom prst="line">
            <a:avLst/>
          </a:prstGeom>
          <a:ln w="12700" cap="flat" cmpd="sng" algn="ctr">
            <a:solidFill>
              <a:srgbClr val="FF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 hidden="1"/>
          <p:cNvCxnSpPr/>
          <p:nvPr>
            <p:custDataLst>
              <p:tags r:id="rId4"/>
            </p:custDataLst>
          </p:nvPr>
        </p:nvCxnSpPr>
        <p:spPr>
          <a:xfrm>
            <a:off x="0" y="1333500"/>
            <a:ext cx="9906000" cy="0"/>
          </a:xfrm>
          <a:prstGeom prst="line">
            <a:avLst/>
          </a:prstGeom>
          <a:ln w="12700" cap="flat" cmpd="sng" algn="ctr">
            <a:solidFill>
              <a:srgbClr val="FF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 hidden="1"/>
          <p:cNvCxnSpPr/>
          <p:nvPr>
            <p:custDataLst>
              <p:tags r:id="rId5"/>
            </p:custDataLst>
          </p:nvPr>
        </p:nvCxnSpPr>
        <p:spPr>
          <a:xfrm>
            <a:off x="0" y="1524000"/>
            <a:ext cx="9906000" cy="0"/>
          </a:xfrm>
          <a:prstGeom prst="line">
            <a:avLst/>
          </a:prstGeom>
          <a:ln w="12700" cap="flat" cmpd="sng" algn="ctr">
            <a:solidFill>
              <a:srgbClr val="FF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 hidden="1"/>
          <p:cNvCxnSpPr/>
          <p:nvPr>
            <p:custDataLst>
              <p:tags r:id="rId6"/>
            </p:custDataLst>
          </p:nvPr>
        </p:nvCxnSpPr>
        <p:spPr>
          <a:xfrm>
            <a:off x="0" y="2095500"/>
            <a:ext cx="9906000" cy="0"/>
          </a:xfrm>
          <a:prstGeom prst="line">
            <a:avLst/>
          </a:prstGeom>
          <a:ln w="12700" cap="flat" cmpd="sng" algn="ctr">
            <a:solidFill>
              <a:srgbClr val="FF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 hidden="1"/>
          <p:cNvCxnSpPr/>
          <p:nvPr>
            <p:custDataLst>
              <p:tags r:id="rId7"/>
            </p:custDataLst>
          </p:nvPr>
        </p:nvCxnSpPr>
        <p:spPr>
          <a:xfrm>
            <a:off x="0" y="3790950"/>
            <a:ext cx="9906000" cy="0"/>
          </a:xfrm>
          <a:prstGeom prst="line">
            <a:avLst/>
          </a:prstGeom>
          <a:ln w="12700" cap="flat" cmpd="sng" algn="ctr">
            <a:solidFill>
              <a:srgbClr val="FF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 hidden="1"/>
          <p:cNvCxnSpPr/>
          <p:nvPr>
            <p:custDataLst>
              <p:tags r:id="rId8"/>
            </p:custDataLst>
          </p:nvPr>
        </p:nvCxnSpPr>
        <p:spPr>
          <a:xfrm>
            <a:off x="0" y="3968750"/>
            <a:ext cx="9906000" cy="0"/>
          </a:xfrm>
          <a:prstGeom prst="line">
            <a:avLst/>
          </a:prstGeom>
          <a:ln w="12700" cap="flat" cmpd="sng" algn="ctr">
            <a:solidFill>
              <a:srgbClr val="FF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 hidden="1"/>
          <p:cNvCxnSpPr/>
          <p:nvPr>
            <p:custDataLst>
              <p:tags r:id="rId9"/>
            </p:custDataLst>
          </p:nvPr>
        </p:nvCxnSpPr>
        <p:spPr>
          <a:xfrm>
            <a:off x="0" y="6286500"/>
            <a:ext cx="9906000" cy="0"/>
          </a:xfrm>
          <a:prstGeom prst="line">
            <a:avLst/>
          </a:prstGeom>
          <a:ln w="12700" cap="flat" cmpd="sng" algn="ctr">
            <a:solidFill>
              <a:srgbClr val="FF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 hidden="1"/>
          <p:cNvCxnSpPr/>
          <p:nvPr>
            <p:custDataLst>
              <p:tags r:id="rId10"/>
            </p:custDataLst>
          </p:nvPr>
        </p:nvCxnSpPr>
        <p:spPr>
          <a:xfrm>
            <a:off x="0" y="6477000"/>
            <a:ext cx="9906000" cy="0"/>
          </a:xfrm>
          <a:prstGeom prst="line">
            <a:avLst/>
          </a:prstGeom>
          <a:ln w="12700" cap="flat" cmpd="sng" algn="ctr">
            <a:solidFill>
              <a:srgbClr val="FF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 hidden="1"/>
          <p:cNvCxnSpPr/>
          <p:nvPr>
            <p:custDataLst>
              <p:tags r:id="rId11"/>
            </p:custDataLst>
          </p:nvPr>
        </p:nvCxnSpPr>
        <p:spPr>
          <a:xfrm>
            <a:off x="381000" y="0"/>
            <a:ext cx="0" cy="6858000"/>
          </a:xfrm>
          <a:prstGeom prst="line">
            <a:avLst/>
          </a:prstGeom>
          <a:ln w="12700" cap="flat" cmpd="sng" algn="ctr">
            <a:solidFill>
              <a:srgbClr val="FF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 hidden="1"/>
          <p:cNvCxnSpPr/>
          <p:nvPr>
            <p:custDataLst>
              <p:tags r:id="rId12"/>
            </p:custDataLst>
          </p:nvPr>
        </p:nvCxnSpPr>
        <p:spPr>
          <a:xfrm>
            <a:off x="2667000" y="0"/>
            <a:ext cx="0" cy="6858000"/>
          </a:xfrm>
          <a:prstGeom prst="line">
            <a:avLst/>
          </a:prstGeom>
          <a:ln w="12700" cap="flat" cmpd="sng" algn="ctr">
            <a:solidFill>
              <a:srgbClr val="FF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 hidden="1"/>
          <p:cNvCxnSpPr/>
          <p:nvPr>
            <p:custDataLst>
              <p:tags r:id="rId13"/>
            </p:custDataLst>
          </p:nvPr>
        </p:nvCxnSpPr>
        <p:spPr>
          <a:xfrm>
            <a:off x="4826000" y="0"/>
            <a:ext cx="0" cy="6858000"/>
          </a:xfrm>
          <a:prstGeom prst="line">
            <a:avLst/>
          </a:prstGeom>
          <a:ln w="12700" cap="flat" cmpd="sng" algn="ctr">
            <a:solidFill>
              <a:srgbClr val="FF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 hidden="1"/>
          <p:cNvCxnSpPr/>
          <p:nvPr>
            <p:custDataLst>
              <p:tags r:id="rId14"/>
            </p:custDataLst>
          </p:nvPr>
        </p:nvCxnSpPr>
        <p:spPr>
          <a:xfrm>
            <a:off x="5080000" y="0"/>
            <a:ext cx="0" cy="6858000"/>
          </a:xfrm>
          <a:prstGeom prst="line">
            <a:avLst/>
          </a:prstGeom>
          <a:ln w="12700" cap="flat" cmpd="sng" algn="ctr">
            <a:solidFill>
              <a:srgbClr val="FF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 hidden="1"/>
          <p:cNvCxnSpPr/>
          <p:nvPr>
            <p:custDataLst>
              <p:tags r:id="rId15"/>
            </p:custDataLst>
          </p:nvPr>
        </p:nvCxnSpPr>
        <p:spPr>
          <a:xfrm>
            <a:off x="7239000" y="0"/>
            <a:ext cx="0" cy="6858000"/>
          </a:xfrm>
          <a:prstGeom prst="line">
            <a:avLst/>
          </a:prstGeom>
          <a:ln w="12700" cap="flat" cmpd="sng" algn="ctr">
            <a:solidFill>
              <a:srgbClr val="FF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 hidden="1"/>
          <p:cNvCxnSpPr/>
          <p:nvPr>
            <p:custDataLst>
              <p:tags r:id="rId16"/>
            </p:custDataLst>
          </p:nvPr>
        </p:nvCxnSpPr>
        <p:spPr>
          <a:xfrm>
            <a:off x="9525000" y="0"/>
            <a:ext cx="0" cy="6858000"/>
          </a:xfrm>
          <a:prstGeom prst="line">
            <a:avLst/>
          </a:prstGeom>
          <a:ln w="12700" cap="flat" cmpd="sng" algn="ctr">
            <a:solidFill>
              <a:srgbClr val="FF0000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6 CuadroTexto"/>
          <p:cNvSpPr txBox="1"/>
          <p:nvPr>
            <p:custDataLst>
              <p:tags r:id="rId17"/>
            </p:custDataLst>
          </p:nvPr>
        </p:nvSpPr>
        <p:spPr>
          <a:xfrm>
            <a:off x="476250" y="6529451"/>
            <a:ext cx="8509000" cy="122301"/>
          </a:xfrm>
          <a:prstGeom prst="rect">
            <a:avLst/>
          </a:prstGeom>
          <a:noFill/>
          <a:ln w="0"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b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n-GB" sz="700" dirty="0">
              <a:solidFill>
                <a:srgbClr val="8E8E8E"/>
              </a:solidFill>
              <a:latin typeface="Arial" pitchFamily="34" charset="0"/>
              <a:ea typeface="Arial Unicode MS" pitchFamily="34" charset="-128"/>
              <a:cs typeface="Arial" pitchFamily="34" charset="0"/>
            </a:endParaRPr>
          </a:p>
        </p:txBody>
      </p:sp>
      <p:sp>
        <p:nvSpPr>
          <p:cNvPr id="6" name="5 CuadroTexto"/>
          <p:cNvSpPr txBox="1">
            <a:spLocks/>
          </p:cNvSpPr>
          <p:nvPr>
            <p:custDataLst>
              <p:tags r:id="rId18"/>
            </p:custDataLst>
          </p:nvPr>
        </p:nvSpPr>
        <p:spPr>
          <a:xfrm>
            <a:off x="8255000" y="6529451"/>
            <a:ext cx="1270000" cy="122301"/>
          </a:xfrm>
          <a:prstGeom prst="rect">
            <a:avLst/>
          </a:prstGeom>
          <a:noFill/>
          <a:ln w="0"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endParaRPr lang="en-GB" sz="800" b="1" dirty="0">
              <a:solidFill>
                <a:srgbClr val="FFFFFF"/>
              </a:solidFill>
              <a:latin typeface="Arial" pitchFamily="34" charset="0"/>
              <a:ea typeface="Arial Unicode MS" pitchFamily="34" charset="-128"/>
              <a:cs typeface="Arial" pitchFamily="34" charset="0"/>
            </a:endParaRPr>
          </a:p>
        </p:txBody>
      </p:sp>
      <p:sp>
        <p:nvSpPr>
          <p:cNvPr id="5" name="4 CuadroTexto"/>
          <p:cNvSpPr txBox="1"/>
          <p:nvPr>
            <p:custDataLst>
              <p:tags r:id="rId19"/>
            </p:custDataLst>
          </p:nvPr>
        </p:nvSpPr>
        <p:spPr>
          <a:xfrm>
            <a:off x="8255000" y="6677660"/>
            <a:ext cx="1270000" cy="122301"/>
          </a:xfrm>
          <a:prstGeom prst="rect">
            <a:avLst/>
          </a:prstGeom>
          <a:noFill/>
          <a:ln w="0"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GB" sz="800" b="1" dirty="0">
                <a:solidFill>
                  <a:srgbClr val="FFFFFF"/>
                </a:solidFill>
                <a:latin typeface="Arial" pitchFamily="34" charset="0"/>
                <a:ea typeface="Arial Unicode MS" pitchFamily="34" charset="-128"/>
                <a:cs typeface="Arial" pitchFamily="34" charset="0"/>
              </a:rPr>
              <a:t>© MAHLE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653310-9A77-4C73-A9C8-ED3B233778DE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6129A2-A61C-4243-830C-85D0FC5A1C24}"/>
              </a:ext>
            </a:extLst>
          </p:cNvPr>
          <p:cNvSpPr/>
          <p:nvPr/>
        </p:nvSpPr>
        <p:spPr>
          <a:xfrm>
            <a:off x="381000" y="302303"/>
            <a:ext cx="4757262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2400" b="1" dirty="0"/>
              <a:t>低温报警故障分析</a:t>
            </a:r>
            <a:endParaRPr lang="en-US" altLang="en-US" sz="2400" b="1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214C6E9-C8EC-4C83-93D2-AE6357AB4918}"/>
              </a:ext>
            </a:extLst>
          </p:cNvPr>
          <p:cNvCxnSpPr/>
          <p:nvPr/>
        </p:nvCxnSpPr>
        <p:spPr>
          <a:xfrm>
            <a:off x="304853" y="762000"/>
            <a:ext cx="4894094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2EF8B05-E89A-B64B-889B-822220680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056579"/>
              </p:ext>
            </p:extLst>
          </p:nvPr>
        </p:nvGraphicFramePr>
        <p:xfrm>
          <a:off x="381000" y="855826"/>
          <a:ext cx="9229436" cy="56752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604">
                  <a:extLst>
                    <a:ext uri="{9D8B030D-6E8A-4147-A177-3AD203B41FA5}">
                      <a16:colId xmlns:a16="http://schemas.microsoft.com/office/drawing/2014/main" val="2112847111"/>
                    </a:ext>
                  </a:extLst>
                </a:gridCol>
                <a:gridCol w="4724890">
                  <a:extLst>
                    <a:ext uri="{9D8B030D-6E8A-4147-A177-3AD203B41FA5}">
                      <a16:colId xmlns:a16="http://schemas.microsoft.com/office/drawing/2014/main" val="553671285"/>
                    </a:ext>
                  </a:extLst>
                </a:gridCol>
                <a:gridCol w="2763942">
                  <a:extLst>
                    <a:ext uri="{9D8B030D-6E8A-4147-A177-3AD203B41FA5}">
                      <a16:colId xmlns:a16="http://schemas.microsoft.com/office/drawing/2014/main" val="647070878"/>
                    </a:ext>
                  </a:extLst>
                </a:gridCol>
              </a:tblGrid>
              <a:tr h="34293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故障现象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测试过程中上报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EAC_FLT_TEMPEXCESS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（低温报警）故障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故障报文数据：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DBC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定义：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065604"/>
                  </a:ext>
                </a:extLst>
              </a:tr>
              <a:tr h="19322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EAC_FLT_TEMPEXCESS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= NO_ERROR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= TEMP_LOW_RUN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= PCBA_TEMP_OVER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= IGBT_TEMP_OVER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= CAP_TEMP_OVER</a:t>
                      </a:r>
                      <a:endParaRPr lang="zh-CN" altLang="zh-C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146529"/>
                  </a:ext>
                </a:extLst>
              </a:tr>
              <a:tr h="249036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故障置位与恢复逻辑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zh-CN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低温警报（动作中）：动作中、停止中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检测周期：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1ms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（初始化后检测）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故障判定条件：在电机运行中检查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PCBA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温度采样结果，若持续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2S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内温度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&lt;-38℃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，则置运行低温警报；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故障恢复条件：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PCBA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温度持续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2S&gt;=-35℃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则清除运行低温警报。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故障处理措施：运行中低温警报时电机停机，上报故障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EAC_FLT_TEMPEXCESS=1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，恢复后电机可运行。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943544"/>
                  </a:ext>
                </a:extLst>
              </a:tr>
              <a:tr h="869849"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温度故障后需要恢复到阈值点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PCBA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温度持续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2S&gt;=-35℃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才能正常工作，客户测试发现不能恢复应该是温度还没到恢复点，</a:t>
                      </a:r>
                      <a:r>
                        <a:rPr lang="zh-CN" altLang="zh-CN" sz="14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所以问题件拿到实验室测试功能正常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effectLst/>
                        <a:highlight>
                          <a:srgbClr val="00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203051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D4C4166E-0EA7-14D7-96A5-6D625B61B14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96" y="1371785"/>
            <a:ext cx="4392488" cy="15793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39397562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LI" val="1"/>
  <p:tag name="LAYOUTLANGUAGE" val="2057"/>
  <p:tag name="CFG.LAYOUT" val="MHLPPT"/>
  <p:tag name="CFG.CUSTOMERVERSION" val="2"/>
  <p:tag name="ML_1" val="EUR_ESN_VAL_MAE_001_STD"/>
  <p:tag name="ML_2" val="MHL_ZB.mcr"/>
  <p:tag name="ML_LAYOUT_RESOURCE" val="MHL_DBP.MCR"/>
  <p:tag name="FIELD.FIRSTNAME.CONTENT" val="Anna"/>
  <p:tag name="FIELD.FIRSTNAME.VALUE" val="Anna"/>
  <p:tag name="FIELD.FIRSTNAME.COMBOINDEX" val="0"/>
  <p:tag name="FIELD.LASTNAME.CONTENT" val="Beltrán Domínguez"/>
  <p:tag name="FIELD.LASTNAME.VALUE" val="Beltrán Domínguez"/>
  <p:tag name="FIELD.LASTNAME.COMBOINDEX" val="0"/>
  <p:tag name="FIELD.CONFIDENTIAL.COMBOINDEX" val="0"/>
  <p:tag name="FIELD.CHAPTERTITLE.CONTENT" val="Por favor inserte aquí el titulo del capítulo"/>
  <p:tag name="FIELD.CHAPTERTITLE.VALUE" val="Por favor inserte aquí el titulo del capítulo"/>
  <p:tag name="FIELD.AUTHORFOOTER.CONTENT" val="[FLD_REF_FIELD_AUTHOR]"/>
  <p:tag name="FIELD.AUTHORFOOTER.VALUE" val="[FLD_REF_FIELD_AUTHOR]"/>
  <p:tag name="FIELD.AUTHORFOOTER.COMBOINDEX" val="0"/>
  <p:tag name="FIELD.FIRMA.COMBOINDEX" val="0"/>
  <p:tag name="MIWBCLNT.HOMEURL" val="https://media.mahle.com/mc/portal/user/sax_en"/>
  <p:tag name="FIELDS.INITIALIZED" val="1"/>
  <p:tag name="FIELD.DATE.COMBOINDEX" val="-2"/>
  <p:tag name="FIELD.AUTHOR.COMBOINDEX" val="-2"/>
  <p:tag name="FIELD.DEPARTMENT.COMBOINDEX" val="-2"/>
  <p:tag name="FIELD.CHAPTERTITLE.COMBOINDEX" val="-2"/>
  <p:tag name="FIELD.AUTHOR_TITLESLIDE.COMBOINDEX" val="-2"/>
  <p:tag name="FIELD.DEPARTMENT_TITLESLIDE.COMBOINDEX" val="-2"/>
  <p:tag name="FIELD.DEPARTMENT_SHORT_TITLESLIDE.COMBOINDEX" val="-2"/>
  <p:tag name="CONFIG" val="MHLPPT"/>
  <p:tag name="CFG.VERSION" val="1"/>
  <p:tag name="CFG.LAYOUTID" val="DBP"/>
  <p:tag name="CFG.LAYOUTRES" val="MHL_DBP"/>
  <p:tag name="MAPNAME" val="Map1"/>
  <p:tag name="LICENSEKEY" val="95be063f-1150-405c-ab19-4d0c3d080cbd"/>
  <p:tag name="TITLEMASTERMASTERNAME" val="TitleSlide"/>
  <p:tag name="TITLEMASTERSHAPESETGROUPCLASSNAME" val="ShapeSetGroup"/>
  <p:tag name="TITLEMASTERCOLORSETGROUPCLASSNAME" val="ColorSetGroup3"/>
  <p:tag name="TITLEMASTERFONTSETGROUPCLASSNAME" val="FontSetGroup1"/>
  <p:tag name="TITLEMASTERSTYLESETGROUPCLASSNAME" val="StyleSetGroup1"/>
  <p:tag name="TITLEMASTERMODIFIED" val="1"/>
  <p:tag name="SLIDEMASTERMASTERNAME" val="Slide"/>
  <p:tag name="SLIDEMASTERSHAPESETGROUPCLASSNAME" val="ShapeSetGroup"/>
  <p:tag name="SLIDEMASTERCOLORSETGROUPCLASSNAME" val="ColorSetGroup3"/>
  <p:tag name="SLIDEMASTERFONTSETGROUPCLASSNAME" val="FontSetGroup1"/>
  <p:tag name="SLIDEMASTERSTYLESETGROUPCLASSNAME" val="StyleSetGroup1"/>
  <p:tag name="SLIDEMASTERMODIFIED" val="1"/>
  <p:tag name="CFG.MAHLELOGOUPDATED" val="1"/>
  <p:tag name="FIELD.DEPARTMENT.CONTENT" val="High Power Electronics"/>
  <p:tag name="FIELD.DEPARTMENT.VALUE" val="High Power Electronics"/>
  <p:tag name="FIELD.FIRMA.CONTENT" val="MAHLE Group"/>
  <p:tag name="FIELD.FIRMA.CONTENT.BACKUP" val="MAHLE Electronics S.L.U."/>
  <p:tag name="FIELD.FIRMA.VALUE" val="MAHLE Group"/>
  <p:tag name="CFG.MAHLEFOOTERUPDATED" val="1"/>
  <p:tag name="FIELD.DATE.CONTENT" val="July 22nd, 2020"/>
  <p:tag name="FIELD.DATE.VALUE" val="July 22nd, 2020"/>
  <p:tag name="FIELD.AUTHOR.CONTENT" val="María Jesús Godoy , Antón Esmorís"/>
  <p:tag name="FIELD.AUTHOR.VALUE" val="María Jesús Godoy , Antón Esmorís"/>
  <p:tag name="FIELD.AUTHOR_TITLESLIDE.VALUE" val="María Jesús Godoy , Antón Esmorís"/>
  <p:tag name="FIELD.AUTHOR_TITLESLIDE.CONTENT" val="María Jesús Godoy , Antón Esmorí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MLI" val="1"/>
  <p:tag name="SHAPESETGROUPCLASSNAME" val="ShapeSetGroup"/>
  <p:tag name="SHAPESETCLASSNAME" val="Slide"/>
  <p:tag name="COLORSETGROUPCLASSNAME" val="ColorSetGroup3"/>
  <p:tag name="FONTSETGROUPCLASSNAME" val="FontSetGroup1"/>
  <p:tag name="SHAPECLASSNAME" val="GrauerBalkenOben"/>
  <p:tag name="SHAPECLASSFILE" val="BGBalken_Oben.gif"/>
  <p:tag name="SHAPECLASSPROTECTIONTYPE" val="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MHLLineColor;-2;-2;-2"/>
  <p:tag name="COLORSETCLASSNAME" val="ColorSet1"/>
  <p:tag name="MLI" val="1"/>
  <p:tag name="SHAPESETGROUPCLASSNAME" val="ShapeSetGroup"/>
  <p:tag name="SHAPESETCLASSNAME" val="Slide"/>
  <p:tag name="COLORSETGROUPCLASSNAME" val="ColorSetGroup3"/>
  <p:tag name="FONTSETGROUPCLASSNAME" val="FontSetGroup1"/>
  <p:tag name="SHAPECLASSNAME" val="LineTop"/>
  <p:tag name="SHAPECLASSPROTECTIONTYPE" val="1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MLI" val="1"/>
  <p:tag name="SHAPESETGROUPCLASSNAME" val="ShapeSetGroup"/>
  <p:tag name="SHAPESETCLASSNAME" val="Slide"/>
  <p:tag name="COLORSETGROUPCLASSNAME" val="ColorSetGroup3"/>
  <p:tag name="FONTSETGROUPCLASSNAME" val="FontSetGroup1"/>
  <p:tag name="SHAPECLASSNAME" val="BlauerBalkenUnten"/>
  <p:tag name="SHAPECLASSFILE" val="BGBalken_unten.bmp"/>
  <p:tag name="SHAPECLASSPROTECTIONTYPE" val="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MHLLineColor;-2;-2;-2"/>
  <p:tag name="COLORSETCLASSNAME" val="ColorSet1"/>
  <p:tag name="MLI" val="1"/>
  <p:tag name="SHAPESETGROUPCLASSNAME" val="ShapeSetGroup"/>
  <p:tag name="SHAPESETCLASSNAME" val="Slide"/>
  <p:tag name="COLORSETGROUPCLASSNAME" val="ColorSetGroup3"/>
  <p:tag name="FONTSETGROUPCLASSNAME" val="FontSetGroup1"/>
  <p:tag name="SHAPECLASSNAME" val="LineBottom"/>
  <p:tag name="SHAPECLASSPROTECTIONTYPE" val="1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SlideLevel1"/>
  <p:tag name="FONTSETCLASSNAME" val="FontSet1"/>
  <p:tag name="COLORS" val="-2;-2;-2;-2;TextBoxFontColor;-2"/>
  <p:tag name="COLORSETCLASSNAME" val="ColorSet1"/>
  <p:tag name="MLI" val="1"/>
  <p:tag name="SHAPESETGROUPCLASSNAME" val="ShapeSetGroup"/>
  <p:tag name="SHAPESETCLASSNAME" val="Slide"/>
  <p:tag name="COLORSETGROUPCLASSNAME" val="ColorSetGroup3"/>
  <p:tag name="FONTSETGROUPCLASSNAME" val="FontSetGroup1"/>
  <p:tag name="SHAPECLASSNAME" val="TextBox"/>
  <p:tag name="SHAPECLASSPROTECTIONTYPE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MHLColor3;-2;-2;-2"/>
  <p:tag name="COLORSETCLASSNAME" val="ColorSet1"/>
  <p:tag name="MLI" val="1"/>
  <p:tag name="SHAPESETGROUPCLASSNAME" val="ShapeSetGroup"/>
  <p:tag name="SHAPESETCLASSNAME" val="Slide"/>
  <p:tag name="COLORSETGROUPCLASSNAME" val="ColorSetGroup3"/>
  <p:tag name="FONTSETGROUPCLASSNAME" val="FontSetGroup1"/>
  <p:tag name="SHAPECLASSNAME" val="LineFusszeile"/>
  <p:tag name="SHAPECLASSPROTECTIONTYPE" val="1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TitleFontOnSlide"/>
  <p:tag name="FONTSETCLASSNAME" val="FontSet1"/>
  <p:tag name="COLORS" val="-2;-2;-2;-2;TextBoxFontColor;-2"/>
  <p:tag name="COLORSETCLASSNAME" val="ColorSet1"/>
  <p:tag name="MLI" val="1"/>
  <p:tag name="SHAPESETGROUPCLASSNAME" val="ShapeSetGroup"/>
  <p:tag name="SHAPESETCLASSNAME" val="Slide"/>
  <p:tag name="COLORSETGROUPCLASSNAME" val="ColorSetGroup3"/>
  <p:tag name="FONTSETGROUPCLASSNAME" val="FontSetGroup1"/>
  <p:tag name="SHAPECLASSNAME" val="TitleOnSlide"/>
  <p:tag name="SHAPECLASSPROTECTIONTYPE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PageFont"/>
  <p:tag name="FONTSETCLASSNAME" val="FontSet1"/>
  <p:tag name="COLORS" val="-2;-2;-2;-2;ColorDaten;-2"/>
  <p:tag name="COLORSETCLASSNAME" val="ColorSet1"/>
  <p:tag name="MLI" val="1"/>
  <p:tag name="SHAPESETGROUPCLASSNAME" val="ShapeSetGroup"/>
  <p:tag name="SHAPESETCLASSNAME" val="Slide"/>
  <p:tag name="COLORSETGROUPCLASSNAME" val="ColorSetGroup3"/>
  <p:tag name="FONTSETGROUPCLASSNAME" val="FontSetGroup1"/>
  <p:tag name="SHAPECLASSNAME" val="Pagenumber"/>
  <p:tag name="SHAPECLASSPROTECTIONTYPE" val="4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FontSmallLeft"/>
  <p:tag name="FONTSETCLASSNAME" val="FontSet1"/>
  <p:tag name="COLORS" val="-2;-2;-2;-2;NavBarFontColor;-2"/>
  <p:tag name="COLORSETCLASSNAME" val="ColorSet1"/>
  <p:tag name="SCRIPT" val="1"/>
  <p:tag name="FIELDS" val="DEPARTMENT;AUTHOR;DATE;"/>
  <p:tag name="MLI" val="1"/>
  <p:tag name="SHAPESETGROUPCLASSNAME" val="ShapeSetGroup"/>
  <p:tag name="SHAPESETCLASSNAME" val="Slide"/>
  <p:tag name="COLORSETGROUPCLASSNAME" val="ColorSetGroup3"/>
  <p:tag name="FONTSETGROUPCLASSNAME" val="FontSetGroup1"/>
  <p:tag name="SHAPECLASSNAME" val="Footer"/>
  <p:tag name="SHAPECLASSPROTECTIONTYPE" val="3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COLORSETGROUPCLASSNAME" val="ColorSetGroup3"/>
  <p:tag name="FONTSETGROUPCLASSNAME" val="FontSetGroup1"/>
  <p:tag name="MLI" val="1"/>
  <p:tag name="SHAPECLASSFILE" val="C:\MasterLayout\Data\MAHLE-logo_rgb_1000px.png"/>
  <p:tag name="SHAPECLASSNAME" val="MahleLogo"/>
  <p:tag name="SHAPECLASSPROTECTIONTYPE" val="32"/>
  <p:tag name="SHAPESETCLASSNAME" val="Slide"/>
  <p:tag name="SHAPESETGROUPCLASSNAME" val="ShapeSetGroup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MLI" val="1"/>
  <p:tag name="SHAPESETGROUPCLASSNAME" val="ShapeSetGroup"/>
  <p:tag name="SHAPESETCLASSNAME" val="TitleSlide"/>
  <p:tag name="COLORSETGROUPCLASSNAME" val="ColorSetGroup3"/>
  <p:tag name="FONTSETGROUPCLASSNAME" val="FontSetGroup1"/>
  <p:tag name="SHAPECLASSNAME" val="GrauerBalkenOben"/>
  <p:tag name="SHAPECLASSFILE" val="BGBalken_Oben.gif"/>
  <p:tag name="SHAPECLASSPROTECTIONTYPE" val="1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MLI" val="1"/>
  <p:tag name="SHAPESETGROUPCLASSNAME" val="ShapeSetGroup"/>
  <p:tag name="SHAPESETCLASSNAME" val="TitleSlide"/>
  <p:tag name="COLORSETGROUPCLASSNAME" val="ColorSetGroup3"/>
  <p:tag name="FONTSETGROUPCLASSNAME" val="FontSetGroup1"/>
  <p:tag name="SHAPECLASSNAME" val="BlauerBalkenUnten"/>
  <p:tag name="SHAPECLASSFILE" val="BGBalken_unten.bmp"/>
  <p:tag name="SHAPECLASSPROTECTIONTYPE" val="1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SubTitleFontOnTitleSlide"/>
  <p:tag name="FONTSETCLASSNAME" val="FontSet1"/>
  <p:tag name="COLORS" val="-2;-2;-2;-2;TextBoxFontColor;-2"/>
  <p:tag name="COLORSETCLASSNAME" val="ColorSet1"/>
  <p:tag name="SCRIPT" val="1"/>
  <p:tag name="FIELDS" val="AUTHOR_TITLESLIDE;DEPARTMENT_TITLESLIDE;DEPARTMENT_SHORT_TITLESLIDE;"/>
  <p:tag name="MLI" val="1"/>
  <p:tag name="SHAPESETGROUPCLASSNAME" val="ShapeSetGroup"/>
  <p:tag name="SHAPESETCLASSNAME" val="TitleSlide"/>
  <p:tag name="COLORSETGROUPCLASSNAME" val="ColorSetGroup3"/>
  <p:tag name="FONTSETGROUPCLASSNAME" val="FontSetGroup1"/>
  <p:tag name="SHAPECLASSNAME" val="TextOnTitleSlide"/>
  <p:tag name="SHAPECLASSPROTECTIONTYPE" val="6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TitleFontOnTitle"/>
  <p:tag name="FONTSETCLASSNAME" val="FontSet1"/>
  <p:tag name="COLORS" val="-2;-2;-2;-2;TextBoxFontColor;-2"/>
  <p:tag name="COLORSETCLASSNAME" val="ColorSet1"/>
  <p:tag name="MLI" val="1"/>
  <p:tag name="SHAPESETGROUPCLASSNAME" val="ShapeSetGroup"/>
  <p:tag name="SHAPESETCLASSNAME" val="TitleSlide"/>
  <p:tag name="COLORSETGROUPCLASSNAME" val="ColorSetGroup3"/>
  <p:tag name="FONTSETGROUPCLASSNAME" val="FontSetGroup1"/>
  <p:tag name="SHAPECLASSNAME" val="TitleOnTitleSlide"/>
  <p:tag name="SHAPECLASSPROTECTIONTYPE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PageFont"/>
  <p:tag name="FONTSETCLASSNAME" val="FontSet1"/>
  <p:tag name="COLORS" val="-2;-2;-2;-2;ColorDaten;-2"/>
  <p:tag name="COLORSETCLASSNAME" val="ColorSet1"/>
  <p:tag name="SCRIPT" val="1"/>
  <p:tag name="MLI" val="1"/>
  <p:tag name="SHAPESETGROUPCLASSNAME" val="ShapeSetGroup"/>
  <p:tag name="SHAPESETCLASSNAME" val="TitleSlide"/>
  <p:tag name="COLORSETGROUPCLASSNAME" val="ColorSetGroup3"/>
  <p:tag name="FONTSETGROUPCLASSNAME" val="FontSetGroup1"/>
  <p:tag name="SHAPECLASSNAME" val="Pagenumber"/>
  <p:tag name="SHAPECLASSPROTECTIONTYPE" val="4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COLORSETGROUPCLASSNAME" val="ColorSetGroup3"/>
  <p:tag name="FONTSETGROUPCLASSNAME" val="FontSetGroup1"/>
  <p:tag name="MLI" val="1"/>
  <p:tag name="SHAPECLASSFILE" val="C:\MasterLayout\Data\MAHLE-logo_rgb_1000px.png"/>
  <p:tag name="SHAPECLASSNAME" val="MahleLogo"/>
  <p:tag name="SHAPECLASSPROTECTIONTYPE" val="32"/>
  <p:tag name="SHAPESETCLASSNAME" val="TitleSlide"/>
  <p:tag name="SHAPESETGROUPCLASSNAME" val="ShapeSetGroup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GROUPCLASSNAME" val="ColorSetGroup3"/>
  <p:tag name="COLORSETCLASSNAME" val="ColorSet1"/>
  <p:tag name="AGTX" val="MAHLE Actuator Training"/>
  <p:tag name="SAXCONVERTED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ETGROUPCLASSNAME" val="ColorSetGroup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EUR_ESN_VAL_MAE_001_STD"/>
  <p:tag name="ML_2" val="MHL_ZB.mcr"/>
  <p:tag name="ML_LAYOUT_RESOURCE" val="MHL_DBP.MCR"/>
  <p:tag name="SHAPESETGROUPCLASSNAME" val="ShapeSetGroup"/>
  <p:tag name="SHAPESETCLASSNAME" val="ShapeSet4_TextText"/>
  <p:tag name="COLORSETGROUPCLASSNAME" val="ColorSetGroup3"/>
  <p:tag name="COLORSETCLASSNAME" val="ColorSet1"/>
  <p:tag name="FONTSETGROUPCLASSNAME" val="FontSetGroup1"/>
  <p:tag name="STYLESETGROUPCLASSNAME" val="StyleSetGroup1"/>
  <p:tag name="MAPNAME" val="Map1"/>
  <p:tag name="CFG.LAYOUT" val="MHLPPT"/>
  <p:tag name="MLI" val="1"/>
  <p:tag name="3 TEXT PLACEHOLDER_SHAPECLASSPROTECTIONTYPE" val="0"/>
  <p:tag name="2 TEXT PLACEHOLDER_SHAPECLASSPROTECTIONTYPE" val="0"/>
  <p:tag name="4 TEXTBOX_SHAPECLASSPROTECTIONTYPE" val="47"/>
  <p:tag name="5 TEXTBOX_SHAPECLASSPROTECTIONTYPE" val="47"/>
  <p:tag name="6 TEXTBOX_SHAPECLASSPROTECTIONTYPE" val="31"/>
  <p:tag name="1 TITLE_SHAPECLASSPROTECTIONTYPE" val="0"/>
  <p:tag name="7 TEXTBOX_SHAPECLASSPROTECTIONTYPE" val="11"/>
  <p:tag name="8 STRAIGHT CONNECTOR_SHAPECLASSPROTECTIONTYPE" val="15"/>
  <p:tag name="9 STRAIGHT CONNECTOR_SHAPECLASSPROTECTIONTYPE" val="15"/>
  <p:tag name="10 STRAIGHT CONNECTOR_SHAPECLASSPROTECTIONTYPE" val="15"/>
  <p:tag name="11 STRAIGHT CONNECTOR_SHAPECLASSPROTECTIONTYPE" val="15"/>
  <p:tag name="12 STRAIGHT CONNECTOR_SHAPECLASSPROTECTIONTYPE" val="15"/>
  <p:tag name="13 STRAIGHT CONNECTOR_SHAPECLASSPROTECTIONTYPE" val="15"/>
  <p:tag name="14 STRAIGHT CONNECTOR_SHAPECLASSPROTECTIONTYPE" val="15"/>
  <p:tag name="15 STRAIGHT CONNECTOR_SHAPECLASSPROTECTIONTYPE" val="15"/>
  <p:tag name="16 STRAIGHT CONNECTOR_SHAPECLASSPROTECTIONTYPE" val="15"/>
  <p:tag name="17 STRAIGHT CONNECTOR_SHAPECLASSPROTECTIONTYPE" val="15"/>
  <p:tag name="18 STRAIGHT CONNECTOR_SHAPECLASSPROTECTIONTYPE" val="15"/>
  <p:tag name="19 STRAIGHT CONNECTOR_SHAPECLASSPROTECTIONTYPE" val="15"/>
  <p:tag name="20 STRAIGHT CONNECTOR_SHAPECLASSPROTECTIONTYPE" val="15"/>
  <p:tag name="21 STRAIGHT CONNECTOR_SHAPECLASSPROTECTIONTYPE" val="15"/>
  <p:tag name="22 STRAIGHT CONNECTOR_SHAPECLASSPROTECTIONTYPE" val="15"/>
  <p:tag name="FIELD.CHAPTERTITLE.CONTENT" val="Requirements / Cost reduction "/>
  <p:tag name="FIELD.CHAPTERTITLE.VALUE" val="Requirements / Cost reduction "/>
  <p:tag name="FIELD.CHAPTERTITLE.COMBOINDEX" val="-2"/>
  <p:tag name="23 TEXT PLACEHOLDER_SHAPECLASSPROTECTIONTYPE" val="0"/>
  <p:tag name="24 TEXT PLACEHOLDER_SHAPECLASSPROTECTIONTYPE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RasterColor;-2;-2;-2"/>
  <p:tag name="COLORSETCLASSNAME" val="ColorSet1"/>
  <p:tag name="MLI" val="1"/>
  <p:tag name="SHAPESETGROUPCLASSNAME" val="ShapeSetGroup"/>
  <p:tag name="SHAPESETCLASSNAME" val="ShapeSet4_TextText"/>
  <p:tag name="COLORSETGROUPCLASSNAME" val="ColorSetGroup3"/>
  <p:tag name="FONTSETGROUPCLASSNAME" val="FontSetGroup1"/>
  <p:tag name="SHAPECLASSNAME" val="RasterLine0Horizontal"/>
  <p:tag name="SHAPECLASSPROTECTIONTYPE" val="1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RasterColor;-2;-2;-2"/>
  <p:tag name="COLORSETCLASSNAME" val="ColorSet1"/>
  <p:tag name="MLI" val="1"/>
  <p:tag name="SHAPESETGROUPCLASSNAME" val="ShapeSetGroup"/>
  <p:tag name="SHAPESETCLASSNAME" val="ShapeSet4_TextText"/>
  <p:tag name="COLORSETGROUPCLASSNAME" val="ColorSetGroup3"/>
  <p:tag name="FONTSETGROUPCLASSNAME" val="FontSetGroup1"/>
  <p:tag name="SHAPECLASSNAME" val="RasterLine1Horizontal"/>
  <p:tag name="SHAPECLASSPROTECTIONTYPE" val="1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RasterColor;-2;-2;-2"/>
  <p:tag name="COLORSETCLASSNAME" val="ColorSet1"/>
  <p:tag name="MLI" val="1"/>
  <p:tag name="SHAPESETGROUPCLASSNAME" val="ShapeSetGroup"/>
  <p:tag name="SHAPESETCLASSNAME" val="ShapeSet4_TextText"/>
  <p:tag name="COLORSETGROUPCLASSNAME" val="ColorSetGroup3"/>
  <p:tag name="FONTSETGROUPCLASSNAME" val="FontSetGroup1"/>
  <p:tag name="SHAPECLASSNAME" val="RasterLine2Horizontal"/>
  <p:tag name="SHAPECLASSPROTECTIONTYPE" val="1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RasterColor;-2;-2;-2"/>
  <p:tag name="COLORSETCLASSNAME" val="ColorSet1"/>
  <p:tag name="MLI" val="1"/>
  <p:tag name="SHAPESETGROUPCLASSNAME" val="ShapeSetGroup"/>
  <p:tag name="SHAPESETCLASSNAME" val="ShapeSet4_TextText"/>
  <p:tag name="COLORSETGROUPCLASSNAME" val="ColorSetGroup3"/>
  <p:tag name="FONTSETGROUPCLASSNAME" val="FontSetGroup1"/>
  <p:tag name="SHAPECLASSNAME" val="RasterLine3Horizontal"/>
  <p:tag name="SHAPECLASSPROTECTIONTYPE" val="1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RasterColor;-2;-2;-2"/>
  <p:tag name="COLORSETCLASSNAME" val="ColorSet1"/>
  <p:tag name="MLI" val="1"/>
  <p:tag name="SHAPESETGROUPCLASSNAME" val="ShapeSetGroup"/>
  <p:tag name="SHAPESETCLASSNAME" val="ShapeSet4_TextText"/>
  <p:tag name="COLORSETGROUPCLASSNAME" val="ColorSetGroup3"/>
  <p:tag name="FONTSETGROUPCLASSNAME" val="FontSetGroup1"/>
  <p:tag name="SHAPECLASSNAME" val="RasterLine4Horizontal"/>
  <p:tag name="SHAPECLASSPROTECTIONTYPE" val="1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RasterColor;-2;-2;-2"/>
  <p:tag name="COLORSETCLASSNAME" val="ColorSet1"/>
  <p:tag name="MLI" val="1"/>
  <p:tag name="SHAPESETGROUPCLASSNAME" val="ShapeSetGroup"/>
  <p:tag name="SHAPESETCLASSNAME" val="ShapeSet4_TextText"/>
  <p:tag name="COLORSETGROUPCLASSNAME" val="ColorSetGroup3"/>
  <p:tag name="FONTSETGROUPCLASSNAME" val="FontSetGroup1"/>
  <p:tag name="SHAPECLASSNAME" val="RasterLine5Horizontal"/>
  <p:tag name="SHAPECLASSPROTECTIONTYPE" val="1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RasterColor;-2;-2;-2"/>
  <p:tag name="COLORSETCLASSNAME" val="ColorSet1"/>
  <p:tag name="MLI" val="1"/>
  <p:tag name="SHAPESETGROUPCLASSNAME" val="ShapeSetGroup"/>
  <p:tag name="SHAPESETCLASSNAME" val="ShapeSet4_TextText"/>
  <p:tag name="COLORSETGROUPCLASSNAME" val="ColorSetGroup3"/>
  <p:tag name="FONTSETGROUPCLASSNAME" val="FontSetGroup1"/>
  <p:tag name="SHAPECLASSNAME" val="RasterLine6Horizontal"/>
  <p:tag name="SHAPECLASSPROTECTIONTYPE" val="1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RasterColor;-2;-2;-2"/>
  <p:tag name="COLORSETCLASSNAME" val="ColorSet1"/>
  <p:tag name="MLI" val="1"/>
  <p:tag name="SHAPESETGROUPCLASSNAME" val="ShapeSetGroup"/>
  <p:tag name="SHAPESETCLASSNAME" val="ShapeSet4_TextText"/>
  <p:tag name="COLORSETGROUPCLASSNAME" val="ColorSetGroup3"/>
  <p:tag name="FONTSETGROUPCLASSNAME" val="FontSetGroup1"/>
  <p:tag name="SHAPECLASSNAME" val="RasterLine7Horizontal"/>
  <p:tag name="SHAPECLASSPROTECTIONTYPE" val="1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RasterColor;-2;-2;-2"/>
  <p:tag name="COLORSETCLASSNAME" val="ColorSet1"/>
  <p:tag name="MLI" val="1"/>
  <p:tag name="SHAPESETGROUPCLASSNAME" val="ShapeSetGroup"/>
  <p:tag name="SHAPESETCLASSNAME" val="ShapeSet4_TextText"/>
  <p:tag name="COLORSETGROUPCLASSNAME" val="ColorSetGroup3"/>
  <p:tag name="FONTSETGROUPCLASSNAME" val="FontSetGroup1"/>
  <p:tag name="SHAPECLASSNAME" val="RasterLine8Horizontal"/>
  <p:tag name="SHAPECLASSPROTECTIONTYPE" val="1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RasterColor;-2;-2;-2"/>
  <p:tag name="COLORSETCLASSNAME" val="ColorSet1"/>
  <p:tag name="MLI" val="1"/>
  <p:tag name="SHAPESETGROUPCLASSNAME" val="ShapeSetGroup"/>
  <p:tag name="SHAPESETCLASSNAME" val="ShapeSet4_TextText"/>
  <p:tag name="COLORSETGROUPCLASSNAME" val="ColorSetGroup3"/>
  <p:tag name="FONTSETGROUPCLASSNAME" val="FontSetGroup1"/>
  <p:tag name="SHAPECLASSNAME" val="RasterLine1Vertikal"/>
  <p:tag name="SHAPECLASSPROTECTIONTYPE" val="1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RasterColor;-2;-2;-2"/>
  <p:tag name="COLORSETCLASSNAME" val="ColorSet1"/>
  <p:tag name="MLI" val="1"/>
  <p:tag name="SHAPESETGROUPCLASSNAME" val="ShapeSetGroup"/>
  <p:tag name="SHAPESETCLASSNAME" val="ShapeSet4_TextText"/>
  <p:tag name="COLORSETGROUPCLASSNAME" val="ColorSetGroup3"/>
  <p:tag name="FONTSETGROUPCLASSNAME" val="FontSetGroup1"/>
  <p:tag name="SHAPECLASSNAME" val="RasterLine2Vertikal"/>
  <p:tag name="SHAPECLASSPROTECTIONTYPE" val="1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RasterColor;-2;-2;-2"/>
  <p:tag name="COLORSETCLASSNAME" val="ColorSet1"/>
  <p:tag name="MLI" val="1"/>
  <p:tag name="SHAPESETGROUPCLASSNAME" val="ShapeSetGroup"/>
  <p:tag name="SHAPESETCLASSNAME" val="ShapeSet4_TextText"/>
  <p:tag name="COLORSETGROUPCLASSNAME" val="ColorSetGroup3"/>
  <p:tag name="FONTSETGROUPCLASSNAME" val="FontSetGroup1"/>
  <p:tag name="SHAPECLASSNAME" val="RasterLine3Vertikal"/>
  <p:tag name="SHAPECLASSPROTECTIONTYPE" val="1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RasterColor;-2;-2;-2"/>
  <p:tag name="COLORSETCLASSNAME" val="ColorSet1"/>
  <p:tag name="MLI" val="1"/>
  <p:tag name="SHAPESETGROUPCLASSNAME" val="ShapeSetGroup"/>
  <p:tag name="SHAPESETCLASSNAME" val="ShapeSet4_TextText"/>
  <p:tag name="COLORSETGROUPCLASSNAME" val="ColorSetGroup3"/>
  <p:tag name="FONTSETGROUPCLASSNAME" val="FontSetGroup1"/>
  <p:tag name="SHAPECLASSNAME" val="RasterLine4Vertikal"/>
  <p:tag name="SHAPECLASSPROTECTIONTYPE" val="1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RasterColor;-2;-2;-2"/>
  <p:tag name="COLORSETCLASSNAME" val="ColorSet1"/>
  <p:tag name="MLI" val="1"/>
  <p:tag name="SHAPESETGROUPCLASSNAME" val="ShapeSetGroup"/>
  <p:tag name="SHAPESETCLASSNAME" val="ShapeSet4_TextText"/>
  <p:tag name="COLORSETGROUPCLASSNAME" val="ColorSetGroup3"/>
  <p:tag name="FONTSETGROUPCLASSNAME" val="FontSetGroup1"/>
  <p:tag name="SHAPECLASSNAME" val="RasterLine5Vertikal"/>
  <p:tag name="SHAPECLASSPROTECTIONTYPE" val="1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RasterColor;-2;-2;-2"/>
  <p:tag name="COLORSETCLASSNAME" val="ColorSet1"/>
  <p:tag name="MLI" val="1"/>
  <p:tag name="SHAPESETGROUPCLASSNAME" val="ShapeSetGroup"/>
  <p:tag name="SHAPESETCLASSNAME" val="ShapeSet4_TextText"/>
  <p:tag name="COLORSETGROUPCLASSNAME" val="ColorSetGroup3"/>
  <p:tag name="FONTSETGROUPCLASSNAME" val="FontSetGroup1"/>
  <p:tag name="SHAPECLASSNAME" val="RasterLine6Vertikal"/>
  <p:tag name="SHAPECLASSPROTECTIONTYPE" val="1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FontSmallLeft"/>
  <p:tag name="FONTSETCLASSNAME" val="FontSet1"/>
  <p:tag name="COLORS" val="-2;-2;-2;-2;NavBarFontColor;-2"/>
  <p:tag name="COLORSETCLASSNAME" val="ColorSet1"/>
  <p:tag name="MLI" val="1"/>
  <p:tag name="SHAPESETGROUPCLASSNAME" val="ShapeSetGroup"/>
  <p:tag name="SHAPESETCLASSNAME" val="ShapeSet4_TextText"/>
  <p:tag name="COLORSETGROUPCLASSNAME" val="ColorSetGroup3"/>
  <p:tag name="FONTSETGROUPCLASSNAME" val="FontSetGroup1"/>
  <p:tag name="SHAPECLASSNAME" val="NavBar"/>
  <p:tag name="SHAPECLASSPROTECTIONTYPE" val="3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FontSmallRight"/>
  <p:tag name="FONTSETCLASSNAME" val="FontSet1"/>
  <p:tag name="COLORS" val="-2;-2;-2;-2;ColorDaten;-2"/>
  <p:tag name="COLORSETCLASSNAME" val="ColorSet1"/>
  <p:tag name="SCRIPT" val="1"/>
  <p:tag name="FIELDS" val="CONFIDENTIAL;"/>
  <p:tag name="MLI" val="1"/>
  <p:tag name="SHAPESETGROUPCLASSNAME" val="ShapeSetGroup"/>
  <p:tag name="SHAPESETCLASSNAME" val="ShapeSet4_TextText"/>
  <p:tag name="COLORSETGROUPCLASSNAME" val="ColorSetGroup3"/>
  <p:tag name="FONTSETGROUPCLASSNAME" val="FontSetGroup1"/>
  <p:tag name="SHAPECLASSNAME" val="Confidential"/>
  <p:tag name="SHAPECLASSPROTECTIONTYPE" val="4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FontSmallRight"/>
  <p:tag name="FONTSETCLASSNAME" val="FontSet1"/>
  <p:tag name="COLORS" val="-2;-2;-2;-2;ColorDaten;-2"/>
  <p:tag name="COLORSETCLASSNAME" val="ColorSet1"/>
  <p:tag name="MLI" val="1"/>
  <p:tag name="SHAPESETGROUPCLASSNAME" val="ShapeSetGroup"/>
  <p:tag name="SHAPESETCLASSNAME" val="ShapeSet4_TextText"/>
  <p:tag name="COLORSETGROUPCLASSNAME" val="ColorSetGroup3"/>
  <p:tag name="FONTSETGROUPCLASSNAME" val="FontSetGroup1"/>
  <p:tag name="SHAPECLASSNAME" val="CopyRight"/>
  <p:tag name="SHAPECLASSPROTECTIONTYPE" val="47"/>
</p:tagLst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1E2A63"/>
      </a:dk2>
      <a:lt2>
        <a:srgbClr val="C6C6C6"/>
      </a:lt2>
      <a:accent1>
        <a:srgbClr val="B4D7F5"/>
      </a:accent1>
      <a:accent2>
        <a:srgbClr val="7DAFE1"/>
      </a:accent2>
      <a:accent3>
        <a:srgbClr val="468CCD"/>
      </a:accent3>
      <a:accent4>
        <a:srgbClr val="004682"/>
      </a:accent4>
      <a:accent5>
        <a:srgbClr val="8E8E8E"/>
      </a:accent5>
      <a:accent6>
        <a:srgbClr val="1E2A63"/>
      </a:accent6>
      <a:hlink>
        <a:srgbClr val="468CCD"/>
      </a:hlink>
      <a:folHlink>
        <a:srgbClr val="7DAFE1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rgbClr val="000000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600" dirty="0" smtClean="0">
            <a:solidFill>
              <a:srgbClr val="000000"/>
            </a:solidFill>
            <a:latin typeface="Arial" pitchFamily="34" charset="0"/>
            <a:ea typeface="Arial Unicode MS" pitchFamily="34" charset="-128"/>
            <a:cs typeface="Arial" pitchFamily="34" charset="0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555555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EFAULT.potx" id="{FD0DA01C-9D11-4425-BE48-CC8C1671BEFC}" vid="{07C89301-0237-47E2-B608-A05371DF330C}"/>
    </a:ext>
  </a:ext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5102</TotalTime>
  <Words>221</Words>
  <Application>Microsoft Office PowerPoint</Application>
  <PresentationFormat>A4 纸张(210x297 毫米)</PresentationFormat>
  <Paragraphs>21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Arial</vt:lpstr>
      <vt:lpstr>Calibri</vt:lpstr>
      <vt:lpstr>Times New Roman</vt:lpstr>
      <vt:lpstr>Wingdings</vt:lpstr>
      <vt:lpstr>Default Design</vt:lpstr>
      <vt:lpstr>UAES返回件故障 分析</vt:lpstr>
      <vt:lpstr>PowerPoint 演示文稿</vt:lpstr>
    </vt:vector>
  </TitlesOfParts>
  <Company>MAHLE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Constant ΔT method</dc:title>
  <dc:creator>Anna Beltran - M0085713</dc:creator>
  <cp:lastModifiedBy>Min Xiong</cp:lastModifiedBy>
  <cp:revision>429</cp:revision>
  <dcterms:created xsi:type="dcterms:W3CDTF">2019-02-22T06:46:58Z</dcterms:created>
  <dcterms:modified xsi:type="dcterms:W3CDTF">2025-09-11T07:50:50Z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1a97dba-4a48-4678-b18f-3391b0053218_Enabled">
    <vt:lpwstr>true</vt:lpwstr>
  </property>
  <property fmtid="{D5CDD505-2E9C-101B-9397-08002B2CF9AE}" pid="3" name="MSIP_Label_31a97dba-4a48-4678-b18f-3391b0053218_SetDate">
    <vt:lpwstr>2025-09-11T07:13:23Z</vt:lpwstr>
  </property>
  <property fmtid="{D5CDD505-2E9C-101B-9397-08002B2CF9AE}" pid="4" name="MSIP_Label_31a97dba-4a48-4678-b18f-3391b0053218_Method">
    <vt:lpwstr>Standard</vt:lpwstr>
  </property>
  <property fmtid="{D5CDD505-2E9C-101B-9397-08002B2CF9AE}" pid="5" name="MSIP_Label_31a97dba-4a48-4678-b18f-3391b0053218_Name">
    <vt:lpwstr>MAHLE internal restricted (CL2)</vt:lpwstr>
  </property>
  <property fmtid="{D5CDD505-2E9C-101B-9397-08002B2CF9AE}" pid="6" name="MSIP_Label_31a97dba-4a48-4678-b18f-3391b0053218_SiteId">
    <vt:lpwstr>e396b7c6-05f6-47d7-bef7-e89a9de9fd6c</vt:lpwstr>
  </property>
  <property fmtid="{D5CDD505-2E9C-101B-9397-08002B2CF9AE}" pid="7" name="MSIP_Label_31a97dba-4a48-4678-b18f-3391b0053218_ActionId">
    <vt:lpwstr>7ec00f08-09a5-4ee2-b413-409096c14e12</vt:lpwstr>
  </property>
  <property fmtid="{D5CDD505-2E9C-101B-9397-08002B2CF9AE}" pid="8" name="MSIP_Label_31a97dba-4a48-4678-b18f-3391b0053218_ContentBits">
    <vt:lpwstr>2</vt:lpwstr>
  </property>
  <property fmtid="{D5CDD505-2E9C-101B-9397-08002B2CF9AE}" pid="9" name="MSIP_Label_31a97dba-4a48-4678-b18f-3391b0053218_Tag">
    <vt:lpwstr>10, 3, 0, 1</vt:lpwstr>
  </property>
  <property fmtid="{D5CDD505-2E9C-101B-9397-08002B2CF9AE}" pid="10" name="ClassificationContentMarkingFooterLocations">
    <vt:lpwstr>Default Design:7</vt:lpwstr>
  </property>
  <property fmtid="{D5CDD505-2E9C-101B-9397-08002B2CF9AE}" pid="11" name="ClassificationContentMarkingFooterText">
    <vt:lpwstr>MAHLE internal restricted (CL2)</vt:lpwstr>
  </property>
</Properties>
</file>